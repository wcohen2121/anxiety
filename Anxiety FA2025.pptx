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43"/>
  </p:notesMasterIdLst>
  <p:handoutMasterIdLst>
    <p:handoutMasterId r:id="rId44"/>
  </p:handoutMasterIdLst>
  <p:sldIdLst>
    <p:sldId id="281" r:id="rId6"/>
    <p:sldId id="282" r:id="rId7"/>
    <p:sldId id="285" r:id="rId8"/>
    <p:sldId id="286" r:id="rId9"/>
    <p:sldId id="287" r:id="rId10"/>
    <p:sldId id="288" r:id="rId11"/>
    <p:sldId id="289" r:id="rId12"/>
    <p:sldId id="329" r:id="rId13"/>
    <p:sldId id="330" r:id="rId14"/>
    <p:sldId id="290" r:id="rId15"/>
    <p:sldId id="293" r:id="rId16"/>
    <p:sldId id="294" r:id="rId17"/>
    <p:sldId id="295" r:id="rId18"/>
    <p:sldId id="296" r:id="rId19"/>
    <p:sldId id="301" r:id="rId20"/>
    <p:sldId id="302" r:id="rId21"/>
    <p:sldId id="303" r:id="rId22"/>
    <p:sldId id="346" r:id="rId23"/>
    <p:sldId id="347" r:id="rId24"/>
    <p:sldId id="305" r:id="rId25"/>
    <p:sldId id="306" r:id="rId26"/>
    <p:sldId id="315" r:id="rId27"/>
    <p:sldId id="316" r:id="rId28"/>
    <p:sldId id="317" r:id="rId29"/>
    <p:sldId id="318" r:id="rId30"/>
    <p:sldId id="319" r:id="rId31"/>
    <p:sldId id="320" r:id="rId32"/>
    <p:sldId id="321" r:id="rId33"/>
    <p:sldId id="322" r:id="rId34"/>
    <p:sldId id="332" r:id="rId35"/>
    <p:sldId id="334" r:id="rId36"/>
    <p:sldId id="344" r:id="rId37"/>
    <p:sldId id="336" r:id="rId38"/>
    <p:sldId id="337" r:id="rId39"/>
    <p:sldId id="338" r:id="rId40"/>
    <p:sldId id="342" r:id="rId41"/>
    <p:sldId id="343"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912" userDrawn="1">
          <p15:clr>
            <a:srgbClr val="A4A3A4"/>
          </p15:clr>
        </p15:guide>
        <p15:guide id="2" pos="2880" userDrawn="1">
          <p15:clr>
            <a:srgbClr val="A4A3A4"/>
          </p15:clr>
        </p15:guide>
        <p15:guide id="3" orient="horz" pos="1579">
          <p15:clr>
            <a:srgbClr val="A4A3A4"/>
          </p15:clr>
        </p15:guide>
        <p15:guide id="4" pos="74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805C"/>
    <a:srgbClr val="D99C21"/>
    <a:srgbClr val="585858"/>
    <a:srgbClr val="7373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E3CE9D-3B5B-0D4A-AFF5-2345D5A8FE42}" v="9" dt="2025-11-10T23:32:08.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843" autoAdjust="0"/>
    <p:restoredTop sz="93829" autoAdjust="0"/>
  </p:normalViewPr>
  <p:slideViewPr>
    <p:cSldViewPr>
      <p:cViewPr varScale="1">
        <p:scale>
          <a:sx n="124" d="100"/>
          <a:sy n="124" d="100"/>
        </p:scale>
        <p:origin x="176" y="240"/>
      </p:cViewPr>
      <p:guideLst>
        <p:guide orient="horz" pos="912"/>
        <p:guide pos="2880"/>
        <p:guide orient="horz" pos="1579"/>
        <p:guide pos="743"/>
      </p:guideLst>
    </p:cSldViewPr>
  </p:slideViewPr>
  <p:outlineViewPr>
    <p:cViewPr>
      <p:scale>
        <a:sx n="33" d="100"/>
        <a:sy n="33" d="100"/>
      </p:scale>
      <p:origin x="0" y="4731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7" d="100"/>
          <a:sy n="57" d="100"/>
        </p:scale>
        <p:origin x="169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perley, Taylor" userId="618e300b-11fa-45ab-84ef-9b69557e2096" providerId="ADAL" clId="{4D652408-34CE-554E-8251-47AFBB61F866}"/>
    <pc:docChg chg="undo custSel addSld delSld modSld sldOrd">
      <pc:chgData name="Timperley, Taylor" userId="618e300b-11fa-45ab-84ef-9b69557e2096" providerId="ADAL" clId="{4D652408-34CE-554E-8251-47AFBB61F866}" dt="2025-11-10T23:35:55.290" v="1863" actId="20577"/>
      <pc:docMkLst>
        <pc:docMk/>
      </pc:docMkLst>
      <pc:sldChg chg="modSp mod">
        <pc:chgData name="Timperley, Taylor" userId="618e300b-11fa-45ab-84ef-9b69557e2096" providerId="ADAL" clId="{4D652408-34CE-554E-8251-47AFBB61F866}" dt="2025-11-10T23:27:37.815" v="1498" actId="20577"/>
        <pc:sldMkLst>
          <pc:docMk/>
          <pc:sldMk cId="4038330791" sldId="281"/>
        </pc:sldMkLst>
        <pc:spChg chg="mod">
          <ac:chgData name="Timperley, Taylor" userId="618e300b-11fa-45ab-84ef-9b69557e2096" providerId="ADAL" clId="{4D652408-34CE-554E-8251-47AFBB61F866}" dt="2025-11-10T23:27:37.815" v="1498" actId="20577"/>
          <ac:spMkLst>
            <pc:docMk/>
            <pc:sldMk cId="4038330791" sldId="281"/>
            <ac:spMk id="24" creationId="{00000000-0000-0000-0000-000000000000}"/>
          </ac:spMkLst>
        </pc:spChg>
      </pc:sldChg>
      <pc:sldChg chg="modSp mod">
        <pc:chgData name="Timperley, Taylor" userId="618e300b-11fa-45ab-84ef-9b69557e2096" providerId="ADAL" clId="{4D652408-34CE-554E-8251-47AFBB61F866}" dt="2025-11-10T22:55:14.779" v="2"/>
        <pc:sldMkLst>
          <pc:docMk/>
          <pc:sldMk cId="2644571854" sldId="282"/>
        </pc:sldMkLst>
        <pc:spChg chg="mod">
          <ac:chgData name="Timperley, Taylor" userId="618e300b-11fa-45ab-84ef-9b69557e2096" providerId="ADAL" clId="{4D652408-34CE-554E-8251-47AFBB61F866}" dt="2025-11-10T22:55:14.779" v="2"/>
          <ac:spMkLst>
            <pc:docMk/>
            <pc:sldMk cId="2644571854" sldId="282"/>
            <ac:spMk id="14340" creationId="{00000000-0000-0000-0000-000000000000}"/>
          </ac:spMkLst>
        </pc:spChg>
      </pc:sldChg>
      <pc:sldChg chg="del">
        <pc:chgData name="Timperley, Taylor" userId="618e300b-11fa-45ab-84ef-9b69557e2096" providerId="ADAL" clId="{4D652408-34CE-554E-8251-47AFBB61F866}" dt="2025-11-10T22:55:20.697" v="3" actId="2696"/>
        <pc:sldMkLst>
          <pc:docMk/>
          <pc:sldMk cId="4236952793" sldId="283"/>
        </pc:sldMkLst>
      </pc:sldChg>
      <pc:sldChg chg="modSp del mod">
        <pc:chgData name="Timperley, Taylor" userId="618e300b-11fa-45ab-84ef-9b69557e2096" providerId="ADAL" clId="{4D652408-34CE-554E-8251-47AFBB61F866}" dt="2025-11-10T22:55:37.758" v="5" actId="2696"/>
        <pc:sldMkLst>
          <pc:docMk/>
          <pc:sldMk cId="804069736" sldId="284"/>
        </pc:sldMkLst>
        <pc:spChg chg="mod">
          <ac:chgData name="Timperley, Taylor" userId="618e300b-11fa-45ab-84ef-9b69557e2096" providerId="ADAL" clId="{4D652408-34CE-554E-8251-47AFBB61F866}" dt="2025-11-10T22:55:30.047" v="4" actId="20577"/>
          <ac:spMkLst>
            <pc:docMk/>
            <pc:sldMk cId="804069736" sldId="284"/>
            <ac:spMk id="14340" creationId="{00000000-0000-0000-0000-000000000000}"/>
          </ac:spMkLst>
        </pc:spChg>
      </pc:sldChg>
      <pc:sldChg chg="modSp mod">
        <pc:chgData name="Timperley, Taylor" userId="618e300b-11fa-45ab-84ef-9b69557e2096" providerId="ADAL" clId="{4D652408-34CE-554E-8251-47AFBB61F866}" dt="2025-11-10T22:56:43.171" v="151" actId="5793"/>
        <pc:sldMkLst>
          <pc:docMk/>
          <pc:sldMk cId="2188609730" sldId="286"/>
        </pc:sldMkLst>
        <pc:spChg chg="mod">
          <ac:chgData name="Timperley, Taylor" userId="618e300b-11fa-45ab-84ef-9b69557e2096" providerId="ADAL" clId="{4D652408-34CE-554E-8251-47AFBB61F866}" dt="2025-11-10T22:56:43.171" v="151" actId="5793"/>
          <ac:spMkLst>
            <pc:docMk/>
            <pc:sldMk cId="2188609730" sldId="286"/>
            <ac:spMk id="14340" creationId="{00000000-0000-0000-0000-000000000000}"/>
          </ac:spMkLst>
        </pc:spChg>
      </pc:sldChg>
      <pc:sldChg chg="addSp delSp modSp mod">
        <pc:chgData name="Timperley, Taylor" userId="618e300b-11fa-45ab-84ef-9b69557e2096" providerId="ADAL" clId="{4D652408-34CE-554E-8251-47AFBB61F866}" dt="2025-11-10T23:26:30.761" v="1416"/>
        <pc:sldMkLst>
          <pc:docMk/>
          <pc:sldMk cId="4032190566" sldId="287"/>
        </pc:sldMkLst>
        <pc:spChg chg="add del mod">
          <ac:chgData name="Timperley, Taylor" userId="618e300b-11fa-45ab-84ef-9b69557e2096" providerId="ADAL" clId="{4D652408-34CE-554E-8251-47AFBB61F866}" dt="2025-11-10T23:26:30.761" v="1416"/>
          <ac:spMkLst>
            <pc:docMk/>
            <pc:sldMk cId="4032190566" sldId="287"/>
            <ac:spMk id="3" creationId="{9BF665B4-F9B0-CC79-288B-1100CCE3F5F7}"/>
          </ac:spMkLst>
        </pc:spChg>
      </pc:sldChg>
      <pc:sldChg chg="modSp mod">
        <pc:chgData name="Timperley, Taylor" userId="618e300b-11fa-45ab-84ef-9b69557e2096" providerId="ADAL" clId="{4D652408-34CE-554E-8251-47AFBB61F866}" dt="2025-11-10T23:27:04.247" v="1488" actId="207"/>
        <pc:sldMkLst>
          <pc:docMk/>
          <pc:sldMk cId="3292283233" sldId="288"/>
        </pc:sldMkLst>
        <pc:spChg chg="mod">
          <ac:chgData name="Timperley, Taylor" userId="618e300b-11fa-45ab-84ef-9b69557e2096" providerId="ADAL" clId="{4D652408-34CE-554E-8251-47AFBB61F866}" dt="2025-11-10T22:57:10.970" v="161" actId="20577"/>
          <ac:spMkLst>
            <pc:docMk/>
            <pc:sldMk cId="3292283233" sldId="288"/>
            <ac:spMk id="14339" creationId="{00000000-0000-0000-0000-000000000000}"/>
          </ac:spMkLst>
        </pc:spChg>
        <pc:spChg chg="mod">
          <ac:chgData name="Timperley, Taylor" userId="618e300b-11fa-45ab-84ef-9b69557e2096" providerId="ADAL" clId="{4D652408-34CE-554E-8251-47AFBB61F866}" dt="2025-11-10T23:27:04.247" v="1488" actId="207"/>
          <ac:spMkLst>
            <pc:docMk/>
            <pc:sldMk cId="3292283233" sldId="288"/>
            <ac:spMk id="14340" creationId="{00000000-0000-0000-0000-000000000000}"/>
          </ac:spMkLst>
        </pc:spChg>
      </pc:sldChg>
      <pc:sldChg chg="modSp mod">
        <pc:chgData name="Timperley, Taylor" userId="618e300b-11fa-45ab-84ef-9b69557e2096" providerId="ADAL" clId="{4D652408-34CE-554E-8251-47AFBB61F866}" dt="2025-11-10T23:20:06.062" v="1296" actId="5793"/>
        <pc:sldMkLst>
          <pc:docMk/>
          <pc:sldMk cId="2081036109" sldId="289"/>
        </pc:sldMkLst>
        <pc:spChg chg="mod">
          <ac:chgData name="Timperley, Taylor" userId="618e300b-11fa-45ab-84ef-9b69557e2096" providerId="ADAL" clId="{4D652408-34CE-554E-8251-47AFBB61F866}" dt="2025-11-10T23:20:01.690" v="1281" actId="20577"/>
          <ac:spMkLst>
            <pc:docMk/>
            <pc:sldMk cId="2081036109" sldId="289"/>
            <ac:spMk id="14339" creationId="{00000000-0000-0000-0000-000000000000}"/>
          </ac:spMkLst>
        </pc:spChg>
        <pc:spChg chg="mod">
          <ac:chgData name="Timperley, Taylor" userId="618e300b-11fa-45ab-84ef-9b69557e2096" providerId="ADAL" clId="{4D652408-34CE-554E-8251-47AFBB61F866}" dt="2025-11-10T23:20:06.062" v="1296" actId="5793"/>
          <ac:spMkLst>
            <pc:docMk/>
            <pc:sldMk cId="2081036109" sldId="289"/>
            <ac:spMk id="14340" creationId="{00000000-0000-0000-0000-000000000000}"/>
          </ac:spMkLst>
        </pc:spChg>
      </pc:sldChg>
      <pc:sldChg chg="modSp mod">
        <pc:chgData name="Timperley, Taylor" userId="618e300b-11fa-45ab-84ef-9b69557e2096" providerId="ADAL" clId="{4D652408-34CE-554E-8251-47AFBB61F866}" dt="2025-11-10T23:19:51.417" v="1267" actId="20577"/>
        <pc:sldMkLst>
          <pc:docMk/>
          <pc:sldMk cId="923392969" sldId="290"/>
        </pc:sldMkLst>
        <pc:spChg chg="mod">
          <ac:chgData name="Timperley, Taylor" userId="618e300b-11fa-45ab-84ef-9b69557e2096" providerId="ADAL" clId="{4D652408-34CE-554E-8251-47AFBB61F866}" dt="2025-11-10T23:19:51.417" v="1267" actId="20577"/>
          <ac:spMkLst>
            <pc:docMk/>
            <pc:sldMk cId="923392969" sldId="290"/>
            <ac:spMk id="14339" creationId="{00000000-0000-0000-0000-000000000000}"/>
          </ac:spMkLst>
        </pc:spChg>
        <pc:spChg chg="mod">
          <ac:chgData name="Timperley, Taylor" userId="618e300b-11fa-45ab-84ef-9b69557e2096" providerId="ADAL" clId="{4D652408-34CE-554E-8251-47AFBB61F866}" dt="2025-11-10T23:19:47.244" v="1265" actId="20577"/>
          <ac:spMkLst>
            <pc:docMk/>
            <pc:sldMk cId="923392969" sldId="290"/>
            <ac:spMk id="14340" creationId="{00000000-0000-0000-0000-000000000000}"/>
          </ac:spMkLst>
        </pc:spChg>
      </pc:sldChg>
      <pc:sldChg chg="del">
        <pc:chgData name="Timperley, Taylor" userId="618e300b-11fa-45ab-84ef-9b69557e2096" providerId="ADAL" clId="{4D652408-34CE-554E-8251-47AFBB61F866}" dt="2025-11-10T22:57:49.753" v="164" actId="2696"/>
        <pc:sldMkLst>
          <pc:docMk/>
          <pc:sldMk cId="828081230" sldId="291"/>
        </pc:sldMkLst>
      </pc:sldChg>
      <pc:sldChg chg="del">
        <pc:chgData name="Timperley, Taylor" userId="618e300b-11fa-45ab-84ef-9b69557e2096" providerId="ADAL" clId="{4D652408-34CE-554E-8251-47AFBB61F866}" dt="2025-11-10T22:57:54.112" v="165" actId="2696"/>
        <pc:sldMkLst>
          <pc:docMk/>
          <pc:sldMk cId="3881961779" sldId="292"/>
        </pc:sldMkLst>
      </pc:sldChg>
      <pc:sldChg chg="del">
        <pc:chgData name="Timperley, Taylor" userId="618e300b-11fa-45ab-84ef-9b69557e2096" providerId="ADAL" clId="{4D652408-34CE-554E-8251-47AFBB61F866}" dt="2025-11-10T22:58:22.815" v="166" actId="2696"/>
        <pc:sldMkLst>
          <pc:docMk/>
          <pc:sldMk cId="2096551257" sldId="297"/>
        </pc:sldMkLst>
      </pc:sldChg>
      <pc:sldChg chg="del">
        <pc:chgData name="Timperley, Taylor" userId="618e300b-11fa-45ab-84ef-9b69557e2096" providerId="ADAL" clId="{4D652408-34CE-554E-8251-47AFBB61F866}" dt="2025-11-10T22:58:29.277" v="167" actId="2696"/>
        <pc:sldMkLst>
          <pc:docMk/>
          <pc:sldMk cId="3540766731" sldId="298"/>
        </pc:sldMkLst>
      </pc:sldChg>
      <pc:sldChg chg="del">
        <pc:chgData name="Timperley, Taylor" userId="618e300b-11fa-45ab-84ef-9b69557e2096" providerId="ADAL" clId="{4D652408-34CE-554E-8251-47AFBB61F866}" dt="2025-11-10T22:58:36.276" v="168" actId="2696"/>
        <pc:sldMkLst>
          <pc:docMk/>
          <pc:sldMk cId="3513454495" sldId="299"/>
        </pc:sldMkLst>
      </pc:sldChg>
      <pc:sldChg chg="del">
        <pc:chgData name="Timperley, Taylor" userId="618e300b-11fa-45ab-84ef-9b69557e2096" providerId="ADAL" clId="{4D652408-34CE-554E-8251-47AFBB61F866}" dt="2025-11-10T22:58:39.864" v="169" actId="2696"/>
        <pc:sldMkLst>
          <pc:docMk/>
          <pc:sldMk cId="3184553836" sldId="300"/>
        </pc:sldMkLst>
      </pc:sldChg>
      <pc:sldChg chg="modSp mod">
        <pc:chgData name="Timperley, Taylor" userId="618e300b-11fa-45ab-84ef-9b69557e2096" providerId="ADAL" clId="{4D652408-34CE-554E-8251-47AFBB61F866}" dt="2025-11-10T23:30:29.834" v="1740" actId="20577"/>
        <pc:sldMkLst>
          <pc:docMk/>
          <pc:sldMk cId="1799397380" sldId="301"/>
        </pc:sldMkLst>
        <pc:spChg chg="mod">
          <ac:chgData name="Timperley, Taylor" userId="618e300b-11fa-45ab-84ef-9b69557e2096" providerId="ADAL" clId="{4D652408-34CE-554E-8251-47AFBB61F866}" dt="2025-11-10T23:30:29.834" v="1740" actId="20577"/>
          <ac:spMkLst>
            <pc:docMk/>
            <pc:sldMk cId="1799397380" sldId="301"/>
            <ac:spMk id="14340" creationId="{00000000-0000-0000-0000-000000000000}"/>
          </ac:spMkLst>
        </pc:spChg>
      </pc:sldChg>
      <pc:sldChg chg="modSp mod">
        <pc:chgData name="Timperley, Taylor" userId="618e300b-11fa-45ab-84ef-9b69557e2096" providerId="ADAL" clId="{4D652408-34CE-554E-8251-47AFBB61F866}" dt="2025-11-10T23:12:21.634" v="759" actId="20577"/>
        <pc:sldMkLst>
          <pc:docMk/>
          <pc:sldMk cId="3406947895" sldId="303"/>
        </pc:sldMkLst>
        <pc:spChg chg="mod">
          <ac:chgData name="Timperley, Taylor" userId="618e300b-11fa-45ab-84ef-9b69557e2096" providerId="ADAL" clId="{4D652408-34CE-554E-8251-47AFBB61F866}" dt="2025-11-10T23:12:21.634" v="759" actId="20577"/>
          <ac:spMkLst>
            <pc:docMk/>
            <pc:sldMk cId="3406947895" sldId="303"/>
            <ac:spMk id="14340" creationId="{00000000-0000-0000-0000-000000000000}"/>
          </ac:spMkLst>
        </pc:spChg>
      </pc:sldChg>
      <pc:sldChg chg="del">
        <pc:chgData name="Timperley, Taylor" userId="618e300b-11fa-45ab-84ef-9b69557e2096" providerId="ADAL" clId="{4D652408-34CE-554E-8251-47AFBB61F866}" dt="2025-11-10T23:00:35.488" v="410" actId="2696"/>
        <pc:sldMkLst>
          <pc:docMk/>
          <pc:sldMk cId="2866846205" sldId="304"/>
        </pc:sldMkLst>
      </pc:sldChg>
      <pc:sldChg chg="modSp mod">
        <pc:chgData name="Timperley, Taylor" userId="618e300b-11fa-45ab-84ef-9b69557e2096" providerId="ADAL" clId="{4D652408-34CE-554E-8251-47AFBB61F866}" dt="2025-11-10T23:15:11.588" v="861" actId="20577"/>
        <pc:sldMkLst>
          <pc:docMk/>
          <pc:sldMk cId="3898021603" sldId="305"/>
        </pc:sldMkLst>
        <pc:spChg chg="mod">
          <ac:chgData name="Timperley, Taylor" userId="618e300b-11fa-45ab-84ef-9b69557e2096" providerId="ADAL" clId="{4D652408-34CE-554E-8251-47AFBB61F866}" dt="2025-11-10T23:15:11.588" v="861" actId="20577"/>
          <ac:spMkLst>
            <pc:docMk/>
            <pc:sldMk cId="3898021603" sldId="305"/>
            <ac:spMk id="14340" creationId="{00000000-0000-0000-0000-000000000000}"/>
          </ac:spMkLst>
        </pc:spChg>
      </pc:sldChg>
      <pc:sldChg chg="modSp mod ord">
        <pc:chgData name="Timperley, Taylor" userId="618e300b-11fa-45ab-84ef-9b69557e2096" providerId="ADAL" clId="{4D652408-34CE-554E-8251-47AFBB61F866}" dt="2025-11-10T23:05:22.069" v="710" actId="20578"/>
        <pc:sldMkLst>
          <pc:docMk/>
          <pc:sldMk cId="3393492346" sldId="306"/>
        </pc:sldMkLst>
        <pc:spChg chg="mod">
          <ac:chgData name="Timperley, Taylor" userId="618e300b-11fa-45ab-84ef-9b69557e2096" providerId="ADAL" clId="{4D652408-34CE-554E-8251-47AFBB61F866}" dt="2025-11-10T23:01:39.496" v="475" actId="20577"/>
          <ac:spMkLst>
            <pc:docMk/>
            <pc:sldMk cId="3393492346" sldId="306"/>
            <ac:spMk id="14339" creationId="{00000000-0000-0000-0000-000000000000}"/>
          </ac:spMkLst>
        </pc:spChg>
        <pc:spChg chg="mod">
          <ac:chgData name="Timperley, Taylor" userId="618e300b-11fa-45ab-84ef-9b69557e2096" providerId="ADAL" clId="{4D652408-34CE-554E-8251-47AFBB61F866}" dt="2025-11-10T23:03:48.114" v="701" actId="20577"/>
          <ac:spMkLst>
            <pc:docMk/>
            <pc:sldMk cId="3393492346" sldId="306"/>
            <ac:spMk id="14340" creationId="{00000000-0000-0000-0000-000000000000}"/>
          </ac:spMkLst>
        </pc:spChg>
      </pc:sldChg>
      <pc:sldChg chg="del">
        <pc:chgData name="Timperley, Taylor" userId="618e300b-11fa-45ab-84ef-9b69557e2096" providerId="ADAL" clId="{4D652408-34CE-554E-8251-47AFBB61F866}" dt="2025-11-10T23:03:30.117" v="656" actId="2696"/>
        <pc:sldMkLst>
          <pc:docMk/>
          <pc:sldMk cId="3627943134" sldId="307"/>
        </pc:sldMkLst>
      </pc:sldChg>
      <pc:sldChg chg="del">
        <pc:chgData name="Timperley, Taylor" userId="618e300b-11fa-45ab-84ef-9b69557e2096" providerId="ADAL" clId="{4D652408-34CE-554E-8251-47AFBB61F866}" dt="2025-11-10T23:03:53.613" v="702" actId="2696"/>
        <pc:sldMkLst>
          <pc:docMk/>
          <pc:sldMk cId="1076248928" sldId="308"/>
        </pc:sldMkLst>
      </pc:sldChg>
      <pc:sldChg chg="del">
        <pc:chgData name="Timperley, Taylor" userId="618e300b-11fa-45ab-84ef-9b69557e2096" providerId="ADAL" clId="{4D652408-34CE-554E-8251-47AFBB61F866}" dt="2025-11-10T23:04:01.528" v="703" actId="2696"/>
        <pc:sldMkLst>
          <pc:docMk/>
          <pc:sldMk cId="542150595" sldId="309"/>
        </pc:sldMkLst>
      </pc:sldChg>
      <pc:sldChg chg="del">
        <pc:chgData name="Timperley, Taylor" userId="618e300b-11fa-45ab-84ef-9b69557e2096" providerId="ADAL" clId="{4D652408-34CE-554E-8251-47AFBB61F866}" dt="2025-11-10T23:04:06.030" v="704" actId="2696"/>
        <pc:sldMkLst>
          <pc:docMk/>
          <pc:sldMk cId="3035191919" sldId="310"/>
        </pc:sldMkLst>
      </pc:sldChg>
      <pc:sldChg chg="del">
        <pc:chgData name="Timperley, Taylor" userId="618e300b-11fa-45ab-84ef-9b69557e2096" providerId="ADAL" clId="{4D652408-34CE-554E-8251-47AFBB61F866}" dt="2025-11-10T23:04:10.975" v="705" actId="2696"/>
        <pc:sldMkLst>
          <pc:docMk/>
          <pc:sldMk cId="827950945" sldId="311"/>
        </pc:sldMkLst>
      </pc:sldChg>
      <pc:sldChg chg="del">
        <pc:chgData name="Timperley, Taylor" userId="618e300b-11fa-45ab-84ef-9b69557e2096" providerId="ADAL" clId="{4D652408-34CE-554E-8251-47AFBB61F866}" dt="2025-11-10T23:04:14.966" v="706" actId="2696"/>
        <pc:sldMkLst>
          <pc:docMk/>
          <pc:sldMk cId="1233328896" sldId="312"/>
        </pc:sldMkLst>
      </pc:sldChg>
      <pc:sldChg chg="modSp del mod">
        <pc:chgData name="Timperley, Taylor" userId="618e300b-11fa-45ab-84ef-9b69557e2096" providerId="ADAL" clId="{4D652408-34CE-554E-8251-47AFBB61F866}" dt="2025-11-10T23:15:33.900" v="862" actId="2696"/>
        <pc:sldMkLst>
          <pc:docMk/>
          <pc:sldMk cId="827812071" sldId="313"/>
        </pc:sldMkLst>
        <pc:spChg chg="mod">
          <ac:chgData name="Timperley, Taylor" userId="618e300b-11fa-45ab-84ef-9b69557e2096" providerId="ADAL" clId="{4D652408-34CE-554E-8251-47AFBB61F866}" dt="2025-11-10T23:04:40.587" v="707" actId="20577"/>
          <ac:spMkLst>
            <pc:docMk/>
            <pc:sldMk cId="827812071" sldId="313"/>
            <ac:spMk id="23554" creationId="{00000000-0000-0000-0000-000000000000}"/>
          </ac:spMkLst>
        </pc:spChg>
      </pc:sldChg>
      <pc:sldChg chg="modSp del mod">
        <pc:chgData name="Timperley, Taylor" userId="618e300b-11fa-45ab-84ef-9b69557e2096" providerId="ADAL" clId="{4D652408-34CE-554E-8251-47AFBB61F866}" dt="2025-11-10T23:15:37.160" v="863" actId="2696"/>
        <pc:sldMkLst>
          <pc:docMk/>
          <pc:sldMk cId="984705257" sldId="314"/>
        </pc:sldMkLst>
        <pc:spChg chg="mod">
          <ac:chgData name="Timperley, Taylor" userId="618e300b-11fa-45ab-84ef-9b69557e2096" providerId="ADAL" clId="{4D652408-34CE-554E-8251-47AFBB61F866}" dt="2025-11-10T23:04:47.214" v="708" actId="20577"/>
          <ac:spMkLst>
            <pc:docMk/>
            <pc:sldMk cId="984705257" sldId="314"/>
            <ac:spMk id="2" creationId="{00000000-0000-0000-0000-000000000000}"/>
          </ac:spMkLst>
        </pc:spChg>
      </pc:sldChg>
      <pc:sldChg chg="modSp mod">
        <pc:chgData name="Timperley, Taylor" userId="618e300b-11fa-45ab-84ef-9b69557e2096" providerId="ADAL" clId="{4D652408-34CE-554E-8251-47AFBB61F866}" dt="2025-11-10T23:21:39.764" v="1366" actId="20577"/>
        <pc:sldMkLst>
          <pc:docMk/>
          <pc:sldMk cId="3090035886" sldId="319"/>
        </pc:sldMkLst>
        <pc:spChg chg="mod">
          <ac:chgData name="Timperley, Taylor" userId="618e300b-11fa-45ab-84ef-9b69557e2096" providerId="ADAL" clId="{4D652408-34CE-554E-8251-47AFBB61F866}" dt="2025-11-10T23:21:39.764" v="1366" actId="20577"/>
          <ac:spMkLst>
            <pc:docMk/>
            <pc:sldMk cId="3090035886" sldId="319"/>
            <ac:spMk id="14339" creationId="{00000000-0000-0000-0000-000000000000}"/>
          </ac:spMkLst>
        </pc:spChg>
      </pc:sldChg>
      <pc:sldChg chg="modSp mod">
        <pc:chgData name="Timperley, Taylor" userId="618e300b-11fa-45ab-84ef-9b69557e2096" providerId="ADAL" clId="{4D652408-34CE-554E-8251-47AFBB61F866}" dt="2025-11-10T23:21:25.316" v="1336" actId="20577"/>
        <pc:sldMkLst>
          <pc:docMk/>
          <pc:sldMk cId="3381060093" sldId="320"/>
        </pc:sldMkLst>
        <pc:spChg chg="mod">
          <ac:chgData name="Timperley, Taylor" userId="618e300b-11fa-45ab-84ef-9b69557e2096" providerId="ADAL" clId="{4D652408-34CE-554E-8251-47AFBB61F866}" dt="2025-11-10T23:21:25.316" v="1336" actId="20577"/>
          <ac:spMkLst>
            <pc:docMk/>
            <pc:sldMk cId="3381060093" sldId="320"/>
            <ac:spMk id="14339" creationId="{00000000-0000-0000-0000-000000000000}"/>
          </ac:spMkLst>
        </pc:spChg>
      </pc:sldChg>
      <pc:sldChg chg="modSp mod">
        <pc:chgData name="Timperley, Taylor" userId="618e300b-11fa-45ab-84ef-9b69557e2096" providerId="ADAL" clId="{4D652408-34CE-554E-8251-47AFBB61F866}" dt="2025-11-10T23:21:03.758" v="1334" actId="20577"/>
        <pc:sldMkLst>
          <pc:docMk/>
          <pc:sldMk cId="3295651641" sldId="321"/>
        </pc:sldMkLst>
        <pc:spChg chg="mod">
          <ac:chgData name="Timperley, Taylor" userId="618e300b-11fa-45ab-84ef-9b69557e2096" providerId="ADAL" clId="{4D652408-34CE-554E-8251-47AFBB61F866}" dt="2025-11-10T23:21:03.758" v="1334" actId="20577"/>
          <ac:spMkLst>
            <pc:docMk/>
            <pc:sldMk cId="3295651641" sldId="321"/>
            <ac:spMk id="14339" creationId="{00000000-0000-0000-0000-000000000000}"/>
          </ac:spMkLst>
        </pc:spChg>
      </pc:sldChg>
      <pc:sldChg chg="modSp mod">
        <pc:chgData name="Timperley, Taylor" userId="618e300b-11fa-45ab-84ef-9b69557e2096" providerId="ADAL" clId="{4D652408-34CE-554E-8251-47AFBB61F866}" dt="2025-11-10T23:21:07.041" v="1335" actId="20577"/>
        <pc:sldMkLst>
          <pc:docMk/>
          <pc:sldMk cId="1220480593" sldId="322"/>
        </pc:sldMkLst>
        <pc:spChg chg="mod">
          <ac:chgData name="Timperley, Taylor" userId="618e300b-11fa-45ab-84ef-9b69557e2096" providerId="ADAL" clId="{4D652408-34CE-554E-8251-47AFBB61F866}" dt="2025-11-10T23:21:07.041" v="1335" actId="20577"/>
          <ac:spMkLst>
            <pc:docMk/>
            <pc:sldMk cId="1220480593" sldId="322"/>
            <ac:spMk id="14339" creationId="{00000000-0000-0000-0000-000000000000}"/>
          </ac:spMkLst>
        </pc:spChg>
      </pc:sldChg>
      <pc:sldChg chg="del">
        <pc:chgData name="Timperley, Taylor" userId="618e300b-11fa-45ab-84ef-9b69557e2096" providerId="ADAL" clId="{4D652408-34CE-554E-8251-47AFBB61F866}" dt="2025-11-10T23:21:50.275" v="1367" actId="2696"/>
        <pc:sldMkLst>
          <pc:docMk/>
          <pc:sldMk cId="1615734387" sldId="323"/>
        </pc:sldMkLst>
      </pc:sldChg>
      <pc:sldChg chg="del">
        <pc:chgData name="Timperley, Taylor" userId="618e300b-11fa-45ab-84ef-9b69557e2096" providerId="ADAL" clId="{4D652408-34CE-554E-8251-47AFBB61F866}" dt="2025-11-10T23:21:55.060" v="1368" actId="2696"/>
        <pc:sldMkLst>
          <pc:docMk/>
          <pc:sldMk cId="65331338" sldId="324"/>
        </pc:sldMkLst>
      </pc:sldChg>
      <pc:sldChg chg="del">
        <pc:chgData name="Timperley, Taylor" userId="618e300b-11fa-45ab-84ef-9b69557e2096" providerId="ADAL" clId="{4D652408-34CE-554E-8251-47AFBB61F866}" dt="2025-11-10T23:21:58.188" v="1369" actId="2696"/>
        <pc:sldMkLst>
          <pc:docMk/>
          <pc:sldMk cId="2982997202" sldId="325"/>
        </pc:sldMkLst>
      </pc:sldChg>
      <pc:sldChg chg="del">
        <pc:chgData name="Timperley, Taylor" userId="618e300b-11fa-45ab-84ef-9b69557e2096" providerId="ADAL" clId="{4D652408-34CE-554E-8251-47AFBB61F866}" dt="2025-11-10T23:22:01.394" v="1370" actId="2696"/>
        <pc:sldMkLst>
          <pc:docMk/>
          <pc:sldMk cId="2836644455" sldId="326"/>
        </pc:sldMkLst>
      </pc:sldChg>
      <pc:sldChg chg="del">
        <pc:chgData name="Timperley, Taylor" userId="618e300b-11fa-45ab-84ef-9b69557e2096" providerId="ADAL" clId="{4D652408-34CE-554E-8251-47AFBB61F866}" dt="2025-11-10T23:22:07.379" v="1371" actId="2696"/>
        <pc:sldMkLst>
          <pc:docMk/>
          <pc:sldMk cId="3305025923" sldId="327"/>
        </pc:sldMkLst>
      </pc:sldChg>
      <pc:sldChg chg="del">
        <pc:chgData name="Timperley, Taylor" userId="618e300b-11fa-45ab-84ef-9b69557e2096" providerId="ADAL" clId="{4D652408-34CE-554E-8251-47AFBB61F866}" dt="2025-11-10T23:22:10.630" v="1372" actId="2696"/>
        <pc:sldMkLst>
          <pc:docMk/>
          <pc:sldMk cId="3116620393" sldId="328"/>
        </pc:sldMkLst>
      </pc:sldChg>
      <pc:sldChg chg="modSp mod ord">
        <pc:chgData name="Timperley, Taylor" userId="618e300b-11fa-45ab-84ef-9b69557e2096" providerId="ADAL" clId="{4D652408-34CE-554E-8251-47AFBB61F866}" dt="2025-11-10T23:24:40.793" v="1393" actId="20578"/>
        <pc:sldMkLst>
          <pc:docMk/>
          <pc:sldMk cId="1083755240" sldId="329"/>
        </pc:sldMkLst>
        <pc:spChg chg="mod">
          <ac:chgData name="Timperley, Taylor" userId="618e300b-11fa-45ab-84ef-9b69557e2096" providerId="ADAL" clId="{4D652408-34CE-554E-8251-47AFBB61F866}" dt="2025-11-10T23:22:22.340" v="1373" actId="20577"/>
          <ac:spMkLst>
            <pc:docMk/>
            <pc:sldMk cId="1083755240" sldId="329"/>
            <ac:spMk id="23554" creationId="{00000000-0000-0000-0000-000000000000}"/>
          </ac:spMkLst>
        </pc:spChg>
        <pc:spChg chg="mod">
          <ac:chgData name="Timperley, Taylor" userId="618e300b-11fa-45ab-84ef-9b69557e2096" providerId="ADAL" clId="{4D652408-34CE-554E-8251-47AFBB61F866}" dt="2025-11-10T23:22:24.005" v="1374" actId="5793"/>
          <ac:spMkLst>
            <pc:docMk/>
            <pc:sldMk cId="1083755240" sldId="329"/>
            <ac:spMk id="23556" creationId="{00000000-0000-0000-0000-000000000000}"/>
          </ac:spMkLst>
        </pc:spChg>
      </pc:sldChg>
      <pc:sldChg chg="modSp mod ord">
        <pc:chgData name="Timperley, Taylor" userId="618e300b-11fa-45ab-84ef-9b69557e2096" providerId="ADAL" clId="{4D652408-34CE-554E-8251-47AFBB61F866}" dt="2025-11-10T23:26:02.510" v="1412" actId="20578"/>
        <pc:sldMkLst>
          <pc:docMk/>
          <pc:sldMk cId="2854714607" sldId="330"/>
        </pc:sldMkLst>
        <pc:spChg chg="mod">
          <ac:chgData name="Timperley, Taylor" userId="618e300b-11fa-45ab-84ef-9b69557e2096" providerId="ADAL" clId="{4D652408-34CE-554E-8251-47AFBB61F866}" dt="2025-11-10T23:22:31.873" v="1375" actId="20577"/>
          <ac:spMkLst>
            <pc:docMk/>
            <pc:sldMk cId="2854714607" sldId="330"/>
            <ac:spMk id="2" creationId="{00000000-0000-0000-0000-000000000000}"/>
          </ac:spMkLst>
        </pc:spChg>
      </pc:sldChg>
      <pc:sldChg chg="del">
        <pc:chgData name="Timperley, Taylor" userId="618e300b-11fa-45ab-84ef-9b69557e2096" providerId="ADAL" clId="{4D652408-34CE-554E-8251-47AFBB61F866}" dt="2025-11-10T23:31:16.619" v="1741" actId="2696"/>
        <pc:sldMkLst>
          <pc:docMk/>
          <pc:sldMk cId="3165342434" sldId="331"/>
        </pc:sldMkLst>
      </pc:sldChg>
      <pc:sldChg chg="modSp mod">
        <pc:chgData name="Timperley, Taylor" userId="618e300b-11fa-45ab-84ef-9b69557e2096" providerId="ADAL" clId="{4D652408-34CE-554E-8251-47AFBB61F866}" dt="2025-11-10T23:31:25.642" v="1742" actId="20577"/>
        <pc:sldMkLst>
          <pc:docMk/>
          <pc:sldMk cId="591426592" sldId="332"/>
        </pc:sldMkLst>
        <pc:spChg chg="mod">
          <ac:chgData name="Timperley, Taylor" userId="618e300b-11fa-45ab-84ef-9b69557e2096" providerId="ADAL" clId="{4D652408-34CE-554E-8251-47AFBB61F866}" dt="2025-11-10T23:31:25.642" v="1742" actId="20577"/>
          <ac:spMkLst>
            <pc:docMk/>
            <pc:sldMk cId="591426592" sldId="332"/>
            <ac:spMk id="14339" creationId="{00000000-0000-0000-0000-000000000000}"/>
          </ac:spMkLst>
        </pc:spChg>
      </pc:sldChg>
      <pc:sldChg chg="modSp del mod">
        <pc:chgData name="Timperley, Taylor" userId="618e300b-11fa-45ab-84ef-9b69557e2096" providerId="ADAL" clId="{4D652408-34CE-554E-8251-47AFBB61F866}" dt="2025-11-10T23:31:44.415" v="1744" actId="2696"/>
        <pc:sldMkLst>
          <pc:docMk/>
          <pc:sldMk cId="3451610724" sldId="333"/>
        </pc:sldMkLst>
        <pc:spChg chg="mod">
          <ac:chgData name="Timperley, Taylor" userId="618e300b-11fa-45ab-84ef-9b69557e2096" providerId="ADAL" clId="{4D652408-34CE-554E-8251-47AFBB61F866}" dt="2025-11-10T23:31:37.984" v="1743" actId="20577"/>
          <ac:spMkLst>
            <pc:docMk/>
            <pc:sldMk cId="3451610724" sldId="333"/>
            <ac:spMk id="14339" creationId="{00000000-0000-0000-0000-000000000000}"/>
          </ac:spMkLst>
        </pc:spChg>
      </pc:sldChg>
      <pc:sldChg chg="modSp mod">
        <pc:chgData name="Timperley, Taylor" userId="618e300b-11fa-45ab-84ef-9b69557e2096" providerId="ADAL" clId="{4D652408-34CE-554E-8251-47AFBB61F866}" dt="2025-11-10T23:32:16.405" v="1747" actId="20577"/>
        <pc:sldMkLst>
          <pc:docMk/>
          <pc:sldMk cId="2365342197" sldId="334"/>
        </pc:sldMkLst>
        <pc:spChg chg="mod">
          <ac:chgData name="Timperley, Taylor" userId="618e300b-11fa-45ab-84ef-9b69557e2096" providerId="ADAL" clId="{4D652408-34CE-554E-8251-47AFBB61F866}" dt="2025-11-10T23:32:16.405" v="1747" actId="20577"/>
          <ac:spMkLst>
            <pc:docMk/>
            <pc:sldMk cId="2365342197" sldId="334"/>
            <ac:spMk id="14339" creationId="{00000000-0000-0000-0000-000000000000}"/>
          </ac:spMkLst>
        </pc:spChg>
      </pc:sldChg>
      <pc:sldChg chg="modSp mod">
        <pc:chgData name="Timperley, Taylor" userId="618e300b-11fa-45ab-84ef-9b69557e2096" providerId="ADAL" clId="{4D652408-34CE-554E-8251-47AFBB61F866}" dt="2025-11-10T23:33:20.876" v="1752" actId="20577"/>
        <pc:sldMkLst>
          <pc:docMk/>
          <pc:sldMk cId="1076715813" sldId="336"/>
        </pc:sldMkLst>
        <pc:spChg chg="mod">
          <ac:chgData name="Timperley, Taylor" userId="618e300b-11fa-45ab-84ef-9b69557e2096" providerId="ADAL" clId="{4D652408-34CE-554E-8251-47AFBB61F866}" dt="2025-11-10T23:33:20.876" v="1752" actId="20577"/>
          <ac:spMkLst>
            <pc:docMk/>
            <pc:sldMk cId="1076715813" sldId="336"/>
            <ac:spMk id="14340" creationId="{00000000-0000-0000-0000-000000000000}"/>
          </ac:spMkLst>
        </pc:spChg>
      </pc:sldChg>
      <pc:sldChg chg="modSp mod">
        <pc:chgData name="Timperley, Taylor" userId="618e300b-11fa-45ab-84ef-9b69557e2096" providerId="ADAL" clId="{4D652408-34CE-554E-8251-47AFBB61F866}" dt="2025-11-10T23:35:28.561" v="1859" actId="20577"/>
        <pc:sldMkLst>
          <pc:docMk/>
          <pc:sldMk cId="1302641702" sldId="337"/>
        </pc:sldMkLst>
        <pc:spChg chg="mod">
          <ac:chgData name="Timperley, Taylor" userId="618e300b-11fa-45ab-84ef-9b69557e2096" providerId="ADAL" clId="{4D652408-34CE-554E-8251-47AFBB61F866}" dt="2025-11-10T23:35:00.243" v="1814" actId="20577"/>
          <ac:spMkLst>
            <pc:docMk/>
            <pc:sldMk cId="1302641702" sldId="337"/>
            <ac:spMk id="14339" creationId="{00000000-0000-0000-0000-000000000000}"/>
          </ac:spMkLst>
        </pc:spChg>
        <pc:spChg chg="mod">
          <ac:chgData name="Timperley, Taylor" userId="618e300b-11fa-45ab-84ef-9b69557e2096" providerId="ADAL" clId="{4D652408-34CE-554E-8251-47AFBB61F866}" dt="2025-11-10T23:35:28.561" v="1859" actId="20577"/>
          <ac:spMkLst>
            <pc:docMk/>
            <pc:sldMk cId="1302641702" sldId="337"/>
            <ac:spMk id="14340" creationId="{00000000-0000-0000-0000-000000000000}"/>
          </ac:spMkLst>
        </pc:spChg>
      </pc:sldChg>
      <pc:sldChg chg="modSp mod">
        <pc:chgData name="Timperley, Taylor" userId="618e300b-11fa-45ab-84ef-9b69557e2096" providerId="ADAL" clId="{4D652408-34CE-554E-8251-47AFBB61F866}" dt="2025-11-10T23:34:53.616" v="1812" actId="20577"/>
        <pc:sldMkLst>
          <pc:docMk/>
          <pc:sldMk cId="208560272" sldId="338"/>
        </pc:sldMkLst>
        <pc:spChg chg="mod">
          <ac:chgData name="Timperley, Taylor" userId="618e300b-11fa-45ab-84ef-9b69557e2096" providerId="ADAL" clId="{4D652408-34CE-554E-8251-47AFBB61F866}" dt="2025-11-10T23:34:53.616" v="1812" actId="20577"/>
          <ac:spMkLst>
            <pc:docMk/>
            <pc:sldMk cId="208560272" sldId="338"/>
            <ac:spMk id="14339" creationId="{00000000-0000-0000-0000-000000000000}"/>
          </ac:spMkLst>
        </pc:spChg>
        <pc:spChg chg="mod">
          <ac:chgData name="Timperley, Taylor" userId="618e300b-11fa-45ab-84ef-9b69557e2096" providerId="ADAL" clId="{4D652408-34CE-554E-8251-47AFBB61F866}" dt="2025-11-10T23:34:37.778" v="1810" actId="20577"/>
          <ac:spMkLst>
            <pc:docMk/>
            <pc:sldMk cId="208560272" sldId="338"/>
            <ac:spMk id="14340" creationId="{00000000-0000-0000-0000-000000000000}"/>
          </ac:spMkLst>
        </pc:spChg>
      </pc:sldChg>
      <pc:sldChg chg="del">
        <pc:chgData name="Timperley, Taylor" userId="618e300b-11fa-45ab-84ef-9b69557e2096" providerId="ADAL" clId="{4D652408-34CE-554E-8251-47AFBB61F866}" dt="2025-11-10T23:33:02.349" v="1749" actId="2696"/>
        <pc:sldMkLst>
          <pc:docMk/>
          <pc:sldMk cId="2129807931" sldId="340"/>
        </pc:sldMkLst>
      </pc:sldChg>
      <pc:sldChg chg="modSp mod">
        <pc:chgData name="Timperley, Taylor" userId="618e300b-11fa-45ab-84ef-9b69557e2096" providerId="ADAL" clId="{4D652408-34CE-554E-8251-47AFBB61F866}" dt="2025-11-10T23:35:55.290" v="1863" actId="20577"/>
        <pc:sldMkLst>
          <pc:docMk/>
          <pc:sldMk cId="2253476156" sldId="342"/>
        </pc:sldMkLst>
        <pc:spChg chg="mod">
          <ac:chgData name="Timperley, Taylor" userId="618e300b-11fa-45ab-84ef-9b69557e2096" providerId="ADAL" clId="{4D652408-34CE-554E-8251-47AFBB61F866}" dt="2025-11-10T23:35:55.290" v="1863" actId="20577"/>
          <ac:spMkLst>
            <pc:docMk/>
            <pc:sldMk cId="2253476156" sldId="342"/>
            <ac:spMk id="23554" creationId="{00000000-0000-0000-0000-000000000000}"/>
          </ac:spMkLst>
        </pc:spChg>
      </pc:sldChg>
      <pc:sldChg chg="modSp mod">
        <pc:chgData name="Timperley, Taylor" userId="618e300b-11fa-45ab-84ef-9b69557e2096" providerId="ADAL" clId="{4D652408-34CE-554E-8251-47AFBB61F866}" dt="2025-11-10T23:35:47.753" v="1861" actId="20577"/>
        <pc:sldMkLst>
          <pc:docMk/>
          <pc:sldMk cId="2678059438" sldId="343"/>
        </pc:sldMkLst>
        <pc:spChg chg="mod">
          <ac:chgData name="Timperley, Taylor" userId="618e300b-11fa-45ab-84ef-9b69557e2096" providerId="ADAL" clId="{4D652408-34CE-554E-8251-47AFBB61F866}" dt="2025-11-10T23:35:47.753" v="1861" actId="20577"/>
          <ac:spMkLst>
            <pc:docMk/>
            <pc:sldMk cId="2678059438" sldId="343"/>
            <ac:spMk id="2" creationId="{00000000-0000-0000-0000-000000000000}"/>
          </ac:spMkLst>
        </pc:spChg>
      </pc:sldChg>
      <pc:sldChg chg="modSp mod">
        <pc:chgData name="Timperley, Taylor" userId="618e300b-11fa-45ab-84ef-9b69557e2096" providerId="ADAL" clId="{4D652408-34CE-554E-8251-47AFBB61F866}" dt="2025-11-10T23:32:11.692" v="1746" actId="20577"/>
        <pc:sldMkLst>
          <pc:docMk/>
          <pc:sldMk cId="891152957" sldId="344"/>
        </pc:sldMkLst>
        <pc:spChg chg="mod">
          <ac:chgData name="Timperley, Taylor" userId="618e300b-11fa-45ab-84ef-9b69557e2096" providerId="ADAL" clId="{4D652408-34CE-554E-8251-47AFBB61F866}" dt="2025-11-10T23:32:11.692" v="1746" actId="20577"/>
          <ac:spMkLst>
            <pc:docMk/>
            <pc:sldMk cId="891152957" sldId="344"/>
            <ac:spMk id="14339" creationId="{00000000-0000-0000-0000-000000000000}"/>
          </ac:spMkLst>
        </pc:spChg>
      </pc:sldChg>
      <pc:sldChg chg="del">
        <pc:chgData name="Timperley, Taylor" userId="618e300b-11fa-45ab-84ef-9b69557e2096" providerId="ADAL" clId="{4D652408-34CE-554E-8251-47AFBB61F866}" dt="2025-11-10T23:32:25.689" v="1748" actId="2696"/>
        <pc:sldMkLst>
          <pc:docMk/>
          <pc:sldMk cId="3886689935" sldId="345"/>
        </pc:sldMkLst>
      </pc:sldChg>
      <pc:sldChg chg="modSp new mod">
        <pc:chgData name="Timperley, Taylor" userId="618e300b-11fa-45ab-84ef-9b69557e2096" providerId="ADAL" clId="{4D652408-34CE-554E-8251-47AFBB61F866}" dt="2025-11-10T23:14:26.204" v="859" actId="20577"/>
        <pc:sldMkLst>
          <pc:docMk/>
          <pc:sldMk cId="1442519813" sldId="346"/>
        </pc:sldMkLst>
        <pc:spChg chg="mod">
          <ac:chgData name="Timperley, Taylor" userId="618e300b-11fa-45ab-84ef-9b69557e2096" providerId="ADAL" clId="{4D652408-34CE-554E-8251-47AFBB61F866}" dt="2025-11-10T23:11:48.093" v="741" actId="20577"/>
          <ac:spMkLst>
            <pc:docMk/>
            <pc:sldMk cId="1442519813" sldId="346"/>
            <ac:spMk id="2" creationId="{4B8FEDC4-89EE-3584-78EB-91C6B81AE056}"/>
          </ac:spMkLst>
        </pc:spChg>
        <pc:spChg chg="mod">
          <ac:chgData name="Timperley, Taylor" userId="618e300b-11fa-45ab-84ef-9b69557e2096" providerId="ADAL" clId="{4D652408-34CE-554E-8251-47AFBB61F866}" dt="2025-11-10T23:14:26.204" v="859" actId="20577"/>
          <ac:spMkLst>
            <pc:docMk/>
            <pc:sldMk cId="1442519813" sldId="346"/>
            <ac:spMk id="3" creationId="{C3AE05AC-8BB9-48AC-0E8C-9F3B7BC192F2}"/>
          </ac:spMkLst>
        </pc:spChg>
      </pc:sldChg>
      <pc:sldChg chg="addSp delSp modSp new mod modClrScheme chgLayout">
        <pc:chgData name="Timperley, Taylor" userId="618e300b-11fa-45ab-84ef-9b69557e2096" providerId="ADAL" clId="{4D652408-34CE-554E-8251-47AFBB61F866}" dt="2025-11-10T23:14:14.562" v="833" actId="20577"/>
        <pc:sldMkLst>
          <pc:docMk/>
          <pc:sldMk cId="2981119084" sldId="347"/>
        </pc:sldMkLst>
        <pc:spChg chg="del mod ord">
          <ac:chgData name="Timperley, Taylor" userId="618e300b-11fa-45ab-84ef-9b69557e2096" providerId="ADAL" clId="{4D652408-34CE-554E-8251-47AFBB61F866}" dt="2025-11-10T23:12:52.275" v="761" actId="700"/>
          <ac:spMkLst>
            <pc:docMk/>
            <pc:sldMk cId="2981119084" sldId="347"/>
            <ac:spMk id="2" creationId="{F0954D8A-6342-8CC4-2A5A-103FF346357B}"/>
          </ac:spMkLst>
        </pc:spChg>
        <pc:spChg chg="del mod ord">
          <ac:chgData name="Timperley, Taylor" userId="618e300b-11fa-45ab-84ef-9b69557e2096" providerId="ADAL" clId="{4D652408-34CE-554E-8251-47AFBB61F866}" dt="2025-11-10T23:12:52.275" v="761" actId="700"/>
          <ac:spMkLst>
            <pc:docMk/>
            <pc:sldMk cId="2981119084" sldId="347"/>
            <ac:spMk id="3" creationId="{C2BBC7A0-36CA-6B58-3A71-C5AD529BB8A7}"/>
          </ac:spMkLst>
        </pc:spChg>
        <pc:spChg chg="add mod ord">
          <ac:chgData name="Timperley, Taylor" userId="618e300b-11fa-45ab-84ef-9b69557e2096" providerId="ADAL" clId="{4D652408-34CE-554E-8251-47AFBB61F866}" dt="2025-11-10T23:14:14.562" v="833" actId="20577"/>
          <ac:spMkLst>
            <pc:docMk/>
            <pc:sldMk cId="2981119084" sldId="347"/>
            <ac:spMk id="4" creationId="{95C3A843-BE11-C59F-0BD0-D245E9CFD5BE}"/>
          </ac:spMkLst>
        </pc:spChg>
        <pc:spChg chg="add mod ord">
          <ac:chgData name="Timperley, Taylor" userId="618e300b-11fa-45ab-84ef-9b69557e2096" providerId="ADAL" clId="{4D652408-34CE-554E-8251-47AFBB61F866}" dt="2025-11-10T23:13:25.917" v="796" actId="27636"/>
          <ac:spMkLst>
            <pc:docMk/>
            <pc:sldMk cId="2981119084" sldId="347"/>
            <ac:spMk id="5" creationId="{1ED96398-C3C6-CFFC-0D66-A1474657A478}"/>
          </ac:spMkLst>
        </pc:spChg>
        <pc:spChg chg="add mod ord">
          <ac:chgData name="Timperley, Taylor" userId="618e300b-11fa-45ab-84ef-9b69557e2096" providerId="ADAL" clId="{4D652408-34CE-554E-8251-47AFBB61F866}" dt="2025-11-10T23:13:50.110" v="802" actId="27636"/>
          <ac:spMkLst>
            <pc:docMk/>
            <pc:sldMk cId="2981119084" sldId="347"/>
            <ac:spMk id="6" creationId="{7E849C86-AAA0-8B87-1200-4EB23FC8DA6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61E734-30F1-456B-8B88-B517BAE0A233}" type="datetimeFigureOut">
              <a:rPr lang="en-US" smtClean="0"/>
              <a:pPr/>
              <a:t>11/10/25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D1CF74-1493-46D2-9CFB-D9771BD399B9}" type="slidenum">
              <a:rPr lang="en-US" smtClean="0"/>
              <a:pPr/>
              <a:t>‹#›</a:t>
            </a:fld>
            <a:endParaRPr lang="en-US"/>
          </a:p>
        </p:txBody>
      </p:sp>
    </p:spTree>
    <p:extLst>
      <p:ext uri="{BB962C8B-B14F-4D97-AF65-F5344CB8AC3E}">
        <p14:creationId xmlns:p14="http://schemas.microsoft.com/office/powerpoint/2010/main" val="4233874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6A6551-8743-415C-B8DC-7E8D559D5B4C}" type="datetimeFigureOut">
              <a:rPr lang="en-US" smtClean="0"/>
              <a:pPr/>
              <a:t>11/10/25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FE3FD1-3D53-424A-A1AD-A3C30BC928DB}" type="slidenum">
              <a:rPr lang="en-US" smtClean="0"/>
              <a:pPr/>
              <a:t>‹#›</a:t>
            </a:fld>
            <a:endParaRPr lang="en-US"/>
          </a:p>
        </p:txBody>
      </p:sp>
    </p:spTree>
    <p:extLst>
      <p:ext uri="{BB962C8B-B14F-4D97-AF65-F5344CB8AC3E}">
        <p14:creationId xmlns:p14="http://schemas.microsoft.com/office/powerpoint/2010/main" val="220728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Define </a:t>
            </a:r>
            <a:r>
              <a:rPr lang="en-US" sz="1200" i="1" kern="1200" dirty="0">
                <a:solidFill>
                  <a:schemeClr val="tx1"/>
                </a:solidFill>
                <a:effectLst/>
                <a:latin typeface="+mn-lt"/>
                <a:ea typeface="+mn-ea"/>
                <a:cs typeface="+mn-cs"/>
              </a:rPr>
              <a:t>anxiety.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Anxiety is a feeling of discomfort, apprehension, or dread related to anticipation of danger, the source of which is often nonspecific or unknown. Anxiety is considered a disorder (or pathological) when fears and anxieties are excessive (in a cultural context), and there are associated behavioral disturbances such as interference with social and occupational functioning.</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a:t>
            </a:fld>
            <a:endParaRPr lang="en-US" dirty="0"/>
          </a:p>
        </p:txBody>
      </p:sp>
    </p:spTree>
    <p:extLst>
      <p:ext uri="{BB962C8B-B14F-4D97-AF65-F5344CB8AC3E}">
        <p14:creationId xmlns:p14="http://schemas.microsoft.com/office/powerpoint/2010/main" val="1632962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Discuss the epidemiological statistics of anxiety disorders.</a:t>
            </a:r>
          </a:p>
          <a:p>
            <a:r>
              <a:rPr lang="en-US" sz="1200" kern="1200" dirty="0">
                <a:solidFill>
                  <a:schemeClr val="tx1"/>
                </a:solidFill>
                <a:effectLst/>
                <a:latin typeface="+mn-lt"/>
                <a:ea typeface="+mn-ea"/>
                <a:cs typeface="+mn-cs"/>
              </a:rPr>
              <a:t>Anxiety disorders are the most common of all psychiatric illnesses and result in considerable functional impairment and distress.  Statistics vary widely, but anxiety disorders appear to be more common in women than in men. Social anxiety and obsessive-compulsive disorders are exceptions, as they occur equally among women and men. Prevalence rates for anxiety disorders within the general population have been given at 3.1 percent for generalized anxiety disorder and 2.7 percent for panic disorder, 6.8 percent for social anxiety disorder, and 8.7 percent for specific phobias. The lifetime prevalence for any anxiety disorder is estimated at 31.1 percent for adults and 31.9 percent for children aged 13 to 18 years. Common comorbidities include another anxiety disorder, depression, and substance abuse.</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a:t>
            </a:fld>
            <a:endParaRPr lang="en-US" dirty="0"/>
          </a:p>
        </p:txBody>
      </p:sp>
    </p:spTree>
    <p:extLst>
      <p:ext uri="{BB962C8B-B14F-4D97-AF65-F5344CB8AC3E}">
        <p14:creationId xmlns:p14="http://schemas.microsoft.com/office/powerpoint/2010/main" val="3998284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Discuss criteria for abnormal or pathological anxiety.</a:t>
            </a:r>
          </a:p>
          <a:p>
            <a:r>
              <a:rPr lang="en-US" sz="1200" kern="1200" dirty="0">
                <a:solidFill>
                  <a:schemeClr val="tx1"/>
                </a:solidFill>
                <a:effectLst/>
                <a:latin typeface="+mn-lt"/>
                <a:ea typeface="+mn-ea"/>
                <a:cs typeface="+mn-cs"/>
              </a:rPr>
              <a:t>It is difficult to differentiate between normal and abnormal anxiety as normality is determined by societal standards. </a:t>
            </a:r>
          </a:p>
          <a:p>
            <a:r>
              <a:rPr lang="en-US" sz="1200" kern="1200" dirty="0">
                <a:solidFill>
                  <a:schemeClr val="tx1"/>
                </a:solidFill>
                <a:effectLst/>
                <a:latin typeface="+mn-lt"/>
                <a:ea typeface="+mn-ea"/>
                <a:cs typeface="+mn-cs"/>
              </a:rPr>
              <a:t>However, anxiety can be generally considered abnormal or pathological if it is out of proportion to the situation that is creating it. </a:t>
            </a:r>
          </a:p>
          <a:p>
            <a:r>
              <a:rPr lang="en-US" sz="1200" kern="1200" dirty="0">
                <a:solidFill>
                  <a:schemeClr val="tx1"/>
                </a:solidFill>
                <a:effectLst/>
                <a:latin typeface="+mn-lt"/>
                <a:ea typeface="+mn-ea"/>
                <a:cs typeface="+mn-cs"/>
              </a:rPr>
              <a:t>It is clear that when anxiety becomes excessive and persistent, humans respond in a variety of ways that are likely a complex interaction of genetic vulnerability, biochemical influences, and environmental factors.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4</a:t>
            </a:fld>
            <a:endParaRPr lang="en-US" dirty="0"/>
          </a:p>
        </p:txBody>
      </p:sp>
    </p:spTree>
    <p:extLst>
      <p:ext uri="{BB962C8B-B14F-4D97-AF65-F5344CB8AC3E}">
        <p14:creationId xmlns:p14="http://schemas.microsoft.com/office/powerpoint/2010/main" val="3197068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t>
            </a:r>
            <a:r>
              <a:rPr lang="en-US" i="1" dirty="0"/>
              <a:t>panic</a:t>
            </a:r>
            <a:r>
              <a:rPr lang="en-US" dirty="0"/>
              <a:t> as a core concept.</a:t>
            </a:r>
          </a:p>
        </p:txBody>
      </p:sp>
      <p:sp>
        <p:nvSpPr>
          <p:cNvPr id="4" name="Slide Number Placeholder 3"/>
          <p:cNvSpPr>
            <a:spLocks noGrp="1"/>
          </p:cNvSpPr>
          <p:nvPr>
            <p:ph type="sldNum" sz="quarter" idx="10"/>
          </p:nvPr>
        </p:nvSpPr>
        <p:spPr/>
        <p:txBody>
          <a:bodyPr/>
          <a:lstStyle/>
          <a:p>
            <a:fld id="{D1FE3FD1-3D53-424A-A1AD-A3C30BC928DB}" type="slidenum">
              <a:rPr lang="en-US" smtClean="0"/>
              <a:t>5</a:t>
            </a:fld>
            <a:endParaRPr lang="en-US" dirty="0"/>
          </a:p>
        </p:txBody>
      </p:sp>
    </p:spTree>
    <p:extLst>
      <p:ext uri="{BB962C8B-B14F-4D97-AF65-F5344CB8AC3E}">
        <p14:creationId xmlns:p14="http://schemas.microsoft.com/office/powerpoint/2010/main" val="3766941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a:t>
            </a:r>
            <a:r>
              <a:rPr lang="en-GB" sz="1200" i="1" kern="1200" dirty="0">
                <a:solidFill>
                  <a:schemeClr val="tx1"/>
                </a:solidFill>
                <a:effectLst/>
                <a:latin typeface="+mn-lt"/>
                <a:ea typeface="+mn-ea"/>
                <a:cs typeface="+mn-cs"/>
              </a:rPr>
              <a:t>Diagnostic and Statistical Manual of Mental Disorders, Fifth Edition (DSM-</a:t>
            </a:r>
            <a:r>
              <a:rPr lang="en-GB" sz="1200" kern="1200" dirty="0">
                <a:solidFill>
                  <a:schemeClr val="tx1"/>
                </a:solidFill>
                <a:effectLst/>
                <a:latin typeface="+mn-lt"/>
                <a:ea typeface="+mn-ea"/>
                <a:cs typeface="+mn-cs"/>
              </a:rPr>
              <a:t>5) (APA, 2013) states that at least four of the following symptoms must be present to identify the presence of a panic attack.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attacks usually last minutes or, more rarely, hours. The individual often experiences varying degrees of nervousness and apprehension between attacks. Symptoms of depression are common.</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6</a:t>
            </a:fld>
            <a:endParaRPr lang="en-US" dirty="0"/>
          </a:p>
        </p:txBody>
      </p:sp>
    </p:spTree>
    <p:extLst>
      <p:ext uri="{BB962C8B-B14F-4D97-AF65-F5344CB8AC3E}">
        <p14:creationId xmlns:p14="http://schemas.microsoft.com/office/powerpoint/2010/main" val="3694381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average age onset of panic disorder is in the late 20s. Frequency and severity of the panic attacks vary widely. Some individuals may have attacks of moderate severity weekly; others may have less severe or limited-symptom attacks several times a week. Still others may experience panic attacks separated by weeks or months. The disorder may last for a few weeks or months or for several years. Sometimes the individual experiences periods of remission and exacerbation.</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7</a:t>
            </a:fld>
            <a:endParaRPr lang="en-US" dirty="0"/>
          </a:p>
        </p:txBody>
      </p:sp>
    </p:spTree>
    <p:extLst>
      <p:ext uri="{BB962C8B-B14F-4D97-AF65-F5344CB8AC3E}">
        <p14:creationId xmlns:p14="http://schemas.microsoft.com/office/powerpoint/2010/main" val="674652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Pose the question on the slide to the class. Poll students on which answer they think is correct. Then move to the answer slide (Slide 51) and discuss the correct answer.</a:t>
            </a:r>
            <a:r>
              <a:rPr lang="en-US" dirty="0">
                <a:effectLst/>
              </a:rPr>
              <a:t> </a:t>
            </a:r>
            <a:endParaRPr lang="en-US" dirty="0"/>
          </a:p>
        </p:txBody>
      </p:sp>
      <p:sp>
        <p:nvSpPr>
          <p:cNvPr id="4" name="Slide Number Placeholder 3"/>
          <p:cNvSpPr>
            <a:spLocks noGrp="1"/>
          </p:cNvSpPr>
          <p:nvPr>
            <p:ph type="sldNum" sz="quarter" idx="5"/>
          </p:nvPr>
        </p:nvSpPr>
        <p:spPr/>
        <p:txBody>
          <a:bodyPr/>
          <a:lstStyle/>
          <a:p>
            <a:fld id="{D1FE3FD1-3D53-424A-A1AD-A3C30BC928DB}" type="slidenum">
              <a:rPr lang="en-US" smtClean="0"/>
              <a:t>8</a:t>
            </a:fld>
            <a:endParaRPr lang="en-US" dirty="0"/>
          </a:p>
        </p:txBody>
      </p:sp>
    </p:spTree>
    <p:extLst>
      <p:ext uri="{BB962C8B-B14F-4D97-AF65-F5344CB8AC3E}">
        <p14:creationId xmlns:p14="http://schemas.microsoft.com/office/powerpoint/2010/main" val="2520460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kern="1200" dirty="0">
                <a:solidFill>
                  <a:schemeClr val="tx1"/>
                </a:solidFill>
                <a:effectLst/>
                <a:latin typeface="+mn-lt"/>
                <a:ea typeface="+mn-ea"/>
                <a:cs typeface="+mn-cs"/>
              </a:rPr>
              <a:t>Correct answer: D</a:t>
            </a:r>
          </a:p>
          <a:p>
            <a:r>
              <a:rPr lang="en-US" sz="1200" kern="1200" dirty="0">
                <a:solidFill>
                  <a:schemeClr val="tx1"/>
                </a:solidFill>
                <a:effectLst/>
                <a:latin typeface="+mn-lt"/>
                <a:ea typeface="+mn-ea"/>
                <a:cs typeface="+mn-cs"/>
              </a:rPr>
              <a:t>When communicating with a patient experiencing a panic attack, the nurse needs to use simple words and brief messages, spoken calmly and clearly. Any communication that is loud and demanding would only escalate anxiety.</a:t>
            </a:r>
            <a:r>
              <a:rPr lang="en-US" dirty="0">
                <a:effectLst/>
              </a:rPr>
              <a:t> </a:t>
            </a:r>
            <a:endParaRPr lang="en-US" dirty="0"/>
          </a:p>
        </p:txBody>
      </p:sp>
      <p:sp>
        <p:nvSpPr>
          <p:cNvPr id="4" name="Slide Number Placeholder 3"/>
          <p:cNvSpPr>
            <a:spLocks noGrp="1"/>
          </p:cNvSpPr>
          <p:nvPr>
            <p:ph type="sldNum" sz="quarter" idx="5"/>
          </p:nvPr>
        </p:nvSpPr>
        <p:spPr/>
        <p:txBody>
          <a:bodyPr/>
          <a:lstStyle/>
          <a:p>
            <a:fld id="{D1FE3FD1-3D53-424A-A1AD-A3C30BC928DB}" type="slidenum">
              <a:rPr lang="en-US" smtClean="0"/>
              <a:t>9</a:t>
            </a:fld>
            <a:endParaRPr lang="en-US" dirty="0"/>
          </a:p>
        </p:txBody>
      </p:sp>
    </p:spTree>
    <p:extLst>
      <p:ext uri="{BB962C8B-B14F-4D97-AF65-F5344CB8AC3E}">
        <p14:creationId xmlns:p14="http://schemas.microsoft.com/office/powerpoint/2010/main" val="3627155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Describe the symptoms of generalized anxiety disorder (GAD).</a:t>
            </a:r>
          </a:p>
          <a:p>
            <a:r>
              <a:rPr lang="en-US" sz="1200" kern="1200" dirty="0">
                <a:solidFill>
                  <a:schemeClr val="tx1"/>
                </a:solidFill>
                <a:effectLst/>
                <a:latin typeface="+mn-lt"/>
                <a:ea typeface="+mn-ea"/>
                <a:cs typeface="+mn-cs"/>
              </a:rPr>
              <a:t>GAD is characterized by persistent, unrealistic, and excessive anxiety and worry, which have occurred more days than not for at least 6 months, and cannot be attributed to specific organic factors, such as caffeine intoxication or hyperthyroidism. The anxiety and worry are associated with muscle tension, restlessness, or feeling keyed up or on edge.</a:t>
            </a:r>
          </a:p>
          <a:p>
            <a:r>
              <a:rPr lang="en-US" sz="1200" kern="1200" dirty="0">
                <a:solidFill>
                  <a:schemeClr val="tx1"/>
                </a:solidFill>
                <a:effectLst/>
                <a:latin typeface="+mn-lt"/>
                <a:ea typeface="+mn-ea"/>
                <a:cs typeface="+mn-cs"/>
              </a:rPr>
              <a:t>The symptoms in GAD are intense enough to cause clinically significant impairment in social, occupational, or other important areas of functioning. The individual often avoids activities or events that may result in negative outcomes, or spends considerable time and effort preparing for such activities. Anxiety and worry often result in procrastination in behavior or decision-making, and the individual repeatedly seeks reassurance from others.</a:t>
            </a:r>
          </a:p>
          <a:p>
            <a:r>
              <a:rPr lang="en-US" sz="1200" kern="1200" dirty="0">
                <a:solidFill>
                  <a:schemeClr val="tx1"/>
                </a:solidFill>
                <a:effectLst/>
                <a:latin typeface="+mn-lt"/>
                <a:ea typeface="+mn-ea"/>
                <a:cs typeface="+mn-cs"/>
              </a:rPr>
              <a:t>Discuss the various theories on predisposing factors of panic and GAD.</a:t>
            </a:r>
          </a:p>
          <a:p>
            <a:r>
              <a:rPr lang="en-US" sz="1200" kern="1200" dirty="0">
                <a:solidFill>
                  <a:schemeClr val="tx1"/>
                </a:solidFill>
                <a:effectLst/>
                <a:latin typeface="+mn-lt"/>
                <a:ea typeface="+mn-ea"/>
                <a:cs typeface="+mn-cs"/>
              </a:rPr>
              <a:t>The psychodynamic view of anxiety disorders focuses on the inability of the ego to intervene when conflict occurs between the id and the superego, producing anxiety. For various reasons, ego development is delayed. When developmental defects in ego functions compromise the capacity to modulate anxiety, the individual resorts to unconscious mechanisms to resolve the conflict.</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10</a:t>
            </a:fld>
            <a:endParaRPr lang="en-US" dirty="0"/>
          </a:p>
        </p:txBody>
      </p:sp>
    </p:spTree>
    <p:extLst>
      <p:ext uri="{BB962C8B-B14F-4D97-AF65-F5344CB8AC3E}">
        <p14:creationId xmlns:p14="http://schemas.microsoft.com/office/powerpoint/2010/main" val="3612956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phobia is an irrational fear of a specific object or situation resulting in an intense aversion toward the feared stimulus. Exposure to the feared object or situation is typically accompanied by intense anxiety or panic attacks.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11</a:t>
            </a:fld>
            <a:endParaRPr lang="en-US" dirty="0"/>
          </a:p>
        </p:txBody>
      </p:sp>
    </p:spTree>
    <p:extLst>
      <p:ext uri="{BB962C8B-B14F-4D97-AF65-F5344CB8AC3E}">
        <p14:creationId xmlns:p14="http://schemas.microsoft.com/office/powerpoint/2010/main" val="1784690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Describe the symptoms of a patient with a phobia.</a:t>
            </a:r>
          </a:p>
          <a:p>
            <a:r>
              <a:rPr lang="en-US" sz="1200" kern="1200" dirty="0">
                <a:solidFill>
                  <a:schemeClr val="tx1"/>
                </a:solidFill>
                <a:effectLst/>
                <a:latin typeface="+mn-lt"/>
                <a:ea typeface="+mn-ea"/>
                <a:cs typeface="+mn-cs"/>
              </a:rPr>
              <a:t>Agoraphobia is the fear of being in open public places, but more specifically, is defined as the fear of being vulnerable and unable to get help or escape the setting should panic symptoms occur. Impairment can be severe. In extreme cases, the individual is unable to leave his or her home without being accompanied by a friend or relative.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12</a:t>
            </a:fld>
            <a:endParaRPr lang="en-US" dirty="0"/>
          </a:p>
        </p:txBody>
      </p:sp>
    </p:spTree>
    <p:extLst>
      <p:ext uri="{BB962C8B-B14F-4D97-AF65-F5344CB8AC3E}">
        <p14:creationId xmlns:p14="http://schemas.microsoft.com/office/powerpoint/2010/main" val="882177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individual has extreme concerns about being exposed to possible scrutiny by others and fears social or performance situations in which embarrassment may occur. In some instances, the fear may be quite defined, such as the fear of speaking or eating in a public place, fear of using a public restroom, or fear of writing in the presence of others. In other cases, the social phobia may involve general social situations, such as saying things or answering questions in a manner that would provoke laughter on the part of others.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13</a:t>
            </a:fld>
            <a:endParaRPr lang="en-US" dirty="0"/>
          </a:p>
        </p:txBody>
      </p:sp>
    </p:spTree>
    <p:extLst>
      <p:ext uri="{BB962C8B-B14F-4D97-AF65-F5344CB8AC3E}">
        <p14:creationId xmlns:p14="http://schemas.microsoft.com/office/powerpoint/2010/main" val="222362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phobic person may be no more anxious than anyone else until exposed to the phobic object or situation. Exposure to the phobic stimulus produces overwhelming symptoms of panic, including palpitations, sweating, dizziness, and difficulty breathing. These symptoms may occur in response to the individual’s merely thinking about the phobic stimulus. Even though the disorder is relatively common among the general population, people seldom seek treatment unless the phobia interferes with ability to function.</a:t>
            </a:r>
          </a:p>
          <a:p>
            <a:r>
              <a:rPr lang="en-US" sz="1200" kern="1200" dirty="0">
                <a:solidFill>
                  <a:schemeClr val="tx1"/>
                </a:solidFill>
                <a:effectLst/>
                <a:latin typeface="+mn-lt"/>
                <a:ea typeface="+mn-ea"/>
                <a:cs typeface="+mn-cs"/>
              </a:rPr>
              <a:t>Specific phobias have been classified according to the phobic stimulus. A list of some of the identified phobias can be found in Table 27–1 in the text. This list does not include all possible phobias as people can become phobic about almost any object or situation.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14</a:t>
            </a:fld>
            <a:endParaRPr lang="en-US" dirty="0"/>
          </a:p>
        </p:txBody>
      </p:sp>
    </p:spTree>
    <p:extLst>
      <p:ext uri="{BB962C8B-B14F-4D97-AF65-F5344CB8AC3E}">
        <p14:creationId xmlns:p14="http://schemas.microsoft.com/office/powerpoint/2010/main" val="1794387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Describe the symptoms of anxiety disorders due to medical conditions and substance or medication use.</a:t>
            </a:r>
          </a:p>
          <a:p>
            <a:r>
              <a:rPr lang="en-US" sz="1200" kern="1200" dirty="0">
                <a:solidFill>
                  <a:schemeClr val="tx1"/>
                </a:solidFill>
                <a:effectLst/>
                <a:latin typeface="+mn-lt"/>
                <a:ea typeface="+mn-ea"/>
                <a:cs typeface="+mn-cs"/>
              </a:rPr>
              <a:t>Several medical conditions are associated with the development of anxiety symptoms. Some of these include cardiac conditions, such as myocardial infarction, congestive heart failure, and mitral valve prolapse; endocrine conditions, such as hypoglycemia, hypo- or hyperthyroidism, and pheochromocytoma; respiratory conditions, such as chronic obstructive pulmonary disease and hyperventilation; and neurological conditions, such as complex partial seizures, neoplasms, and encephalitis.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15</a:t>
            </a:fld>
            <a:endParaRPr lang="en-US" dirty="0"/>
          </a:p>
        </p:txBody>
      </p:sp>
    </p:spTree>
    <p:extLst>
      <p:ext uri="{BB962C8B-B14F-4D97-AF65-F5344CB8AC3E}">
        <p14:creationId xmlns:p14="http://schemas.microsoft.com/office/powerpoint/2010/main" val="3001129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Substance-induced anxiety disorder is only diagnosed if the anxiety symptoms are in excess of those usually associated with the intoxication or withdrawal syndrome. Substance-induced anxiety disorder may be associated with use of the following substances: alcohol, amphetamines, cocaine, hallucinogens, sedatives, hypnotics, anxiolytics, caffeine, cannabis, or other substances.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16</a:t>
            </a:fld>
            <a:endParaRPr lang="en-US" dirty="0"/>
          </a:p>
        </p:txBody>
      </p:sp>
    </p:spTree>
    <p:extLst>
      <p:ext uri="{BB962C8B-B14F-4D97-AF65-F5344CB8AC3E}">
        <p14:creationId xmlns:p14="http://schemas.microsoft.com/office/powerpoint/2010/main" val="2781548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Obsessions are intrusive thoughts that are recurrent and stressful. Although they are recognized by the individual as irrational, they continue to be repetitive and cannot be ignored.</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17</a:t>
            </a:fld>
            <a:endParaRPr lang="en-US" dirty="0"/>
          </a:p>
        </p:txBody>
      </p:sp>
    </p:spTree>
    <p:extLst>
      <p:ext uri="{BB962C8B-B14F-4D97-AF65-F5344CB8AC3E}">
        <p14:creationId xmlns:p14="http://schemas.microsoft.com/office/powerpoint/2010/main" val="3176828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Describe the symptoms of obsessive-compulsive disorder (OCD).</a:t>
            </a:r>
          </a:p>
          <a:p>
            <a:r>
              <a:rPr lang="en-US" sz="1200" kern="1200" dirty="0">
                <a:solidFill>
                  <a:schemeClr val="tx1"/>
                </a:solidFill>
                <a:effectLst/>
                <a:latin typeface="+mn-lt"/>
                <a:ea typeface="+mn-ea"/>
                <a:cs typeface="+mn-cs"/>
              </a:rPr>
              <a:t>The manifestations of OCD include the presence of obsessions, compulsions, or both, the severity of which is significant enough to cause distress or impairment in social, occupational, or other important areas of functioning. The individual recognizes that the behavior is excessive or unreasonable but is compelled to continue the act. Common compulsions include hand washing, ordering, checking, praying, counting, and repeating words silently.</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20</a:t>
            </a:fld>
            <a:endParaRPr lang="en-US" dirty="0"/>
          </a:p>
        </p:txBody>
      </p:sp>
    </p:spTree>
    <p:extLst>
      <p:ext uri="{BB962C8B-B14F-4D97-AF65-F5344CB8AC3E}">
        <p14:creationId xmlns:p14="http://schemas.microsoft.com/office/powerpoint/2010/main" val="2898833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Describe the symptoms of body dysmorphic disorder.</a:t>
            </a:r>
          </a:p>
          <a:p>
            <a:r>
              <a:rPr lang="en-US" sz="1200" kern="1200" dirty="0">
                <a:solidFill>
                  <a:schemeClr val="tx1"/>
                </a:solidFill>
                <a:effectLst/>
                <a:latin typeface="+mn-lt"/>
                <a:ea typeface="+mn-ea"/>
                <a:cs typeface="+mn-cs"/>
              </a:rPr>
              <a:t>Body dysmorphic disorder is characterized by the belief that the body is deformed or defective in some specific way. The most common complaints involve perceived defects in skin, such as wrinkles or scars; the shape or size of the nose; or hair. However, any body part can be the focus of distorted beliefs including, eyes, lips, teeth, stomach, genitals, or body weight. In some instances, a true defect is present. The significance of the defect is unrealistically exaggerated, however, and the person’s concern is grossly excessive. In some cases, however, people with body dysmorphic disorder also develop psychotic disorders.</a:t>
            </a:r>
          </a:p>
          <a:p>
            <a:r>
              <a:rPr lang="en-US" sz="1200" kern="1200" dirty="0">
                <a:solidFill>
                  <a:schemeClr val="tx1"/>
                </a:solidFill>
                <a:effectLst/>
                <a:latin typeface="+mn-lt"/>
                <a:ea typeface="+mn-ea"/>
                <a:cs typeface="+mn-cs"/>
              </a:rPr>
              <a:t>People with body dysmorphic disorder often have other comorbid mental disorders, including major depressive disorder, anxiety disorder, and psychotic disorder. The </a:t>
            </a:r>
            <a:r>
              <a:rPr lang="en-US" sz="1200" i="1" kern="1200" dirty="0">
                <a:solidFill>
                  <a:schemeClr val="tx1"/>
                </a:solidFill>
                <a:effectLst/>
                <a:latin typeface="+mn-lt"/>
                <a:ea typeface="+mn-ea"/>
                <a:cs typeface="+mn-cs"/>
              </a:rPr>
              <a:t>DSM-5 </a:t>
            </a:r>
            <a:r>
              <a:rPr lang="en-US" sz="1200" kern="1200" dirty="0">
                <a:solidFill>
                  <a:schemeClr val="tx1"/>
                </a:solidFill>
                <a:effectLst/>
                <a:latin typeface="+mn-lt"/>
                <a:ea typeface="+mn-ea"/>
                <a:cs typeface="+mn-cs"/>
              </a:rPr>
              <a:t>diagnostic criteria for body dysmorphic disorder are presented in Box 27–4.</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21</a:t>
            </a:fld>
            <a:endParaRPr lang="en-US" dirty="0"/>
          </a:p>
        </p:txBody>
      </p:sp>
    </p:spTree>
    <p:extLst>
      <p:ext uri="{BB962C8B-B14F-4D97-AF65-F5344CB8AC3E}">
        <p14:creationId xmlns:p14="http://schemas.microsoft.com/office/powerpoint/2010/main" val="1147547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Pose the question on the slide to the class. Poll students on which answer they think is correct. Then move to the answer slide (Slide 37) and discuss the correct answer.</a:t>
            </a:r>
            <a:r>
              <a:rPr lang="en-US" dirty="0">
                <a:effectLst/>
              </a:rPr>
              <a:t> </a:t>
            </a:r>
            <a:endParaRPr lang="en-US" dirty="0"/>
          </a:p>
        </p:txBody>
      </p:sp>
      <p:sp>
        <p:nvSpPr>
          <p:cNvPr id="4" name="Slide Number Placeholder 3"/>
          <p:cNvSpPr>
            <a:spLocks noGrp="1"/>
          </p:cNvSpPr>
          <p:nvPr>
            <p:ph type="sldNum" sz="quarter" idx="5"/>
          </p:nvPr>
        </p:nvSpPr>
        <p:spPr/>
        <p:txBody>
          <a:bodyPr/>
          <a:lstStyle/>
          <a:p>
            <a:fld id="{D1FE3FD1-3D53-424A-A1AD-A3C30BC928DB}" type="slidenum">
              <a:rPr lang="en-US" smtClean="0"/>
              <a:t>22</a:t>
            </a:fld>
            <a:endParaRPr lang="en-US" dirty="0"/>
          </a:p>
        </p:txBody>
      </p:sp>
    </p:spTree>
    <p:extLst>
      <p:ext uri="{BB962C8B-B14F-4D97-AF65-F5344CB8AC3E}">
        <p14:creationId xmlns:p14="http://schemas.microsoft.com/office/powerpoint/2010/main" val="3464080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kern="1200" dirty="0">
                <a:solidFill>
                  <a:schemeClr val="tx1"/>
                </a:solidFill>
                <a:effectLst/>
                <a:latin typeface="+mn-lt"/>
                <a:ea typeface="+mn-ea"/>
                <a:cs typeface="+mn-cs"/>
              </a:rPr>
              <a:t>Correct answer: B</a:t>
            </a:r>
          </a:p>
          <a:p>
            <a:r>
              <a:rPr lang="en-US" sz="1200" kern="1200" dirty="0">
                <a:solidFill>
                  <a:schemeClr val="tx1"/>
                </a:solidFill>
                <a:effectLst/>
                <a:latin typeface="+mn-lt"/>
                <a:ea typeface="+mn-ea"/>
                <a:cs typeface="+mn-cs"/>
              </a:rPr>
              <a:t>GAD may be diagnosed when excessive, unrealistic worry and anxiety become chronic and last for at least 6 months. The anxiety experienced is generalized rather than specific. The anxiety is not associated with a specific object as in phobia, or event as in posttraumatic stress disorder. </a:t>
            </a:r>
            <a:endParaRPr lang="en-US" dirty="0"/>
          </a:p>
        </p:txBody>
      </p:sp>
      <p:sp>
        <p:nvSpPr>
          <p:cNvPr id="4" name="Slide Number Placeholder 3"/>
          <p:cNvSpPr>
            <a:spLocks noGrp="1"/>
          </p:cNvSpPr>
          <p:nvPr>
            <p:ph type="sldNum" sz="quarter" idx="5"/>
          </p:nvPr>
        </p:nvSpPr>
        <p:spPr/>
        <p:txBody>
          <a:bodyPr/>
          <a:lstStyle/>
          <a:p>
            <a:fld id="{D1FE3FD1-3D53-424A-A1AD-A3C30BC928DB}" type="slidenum">
              <a:rPr lang="en-US" smtClean="0"/>
              <a:t>23</a:t>
            </a:fld>
            <a:endParaRPr lang="en-US" dirty="0"/>
          </a:p>
        </p:txBody>
      </p:sp>
    </p:spTree>
    <p:extLst>
      <p:ext uri="{BB962C8B-B14F-4D97-AF65-F5344CB8AC3E}">
        <p14:creationId xmlns:p14="http://schemas.microsoft.com/office/powerpoint/2010/main" val="2980754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Using information collected during the assessment, the nurse completes the patient database, from which the selection of appropriate nursing diagnoses is determined. </a:t>
            </a:r>
          </a:p>
          <a:p>
            <a:r>
              <a:rPr lang="en-US" sz="1200" kern="1200" dirty="0">
                <a:solidFill>
                  <a:schemeClr val="tx1"/>
                </a:solidFill>
                <a:effectLst/>
                <a:latin typeface="+mn-lt"/>
                <a:ea typeface="+mn-ea"/>
                <a:cs typeface="+mn-cs"/>
              </a:rPr>
              <a:t>Discuss diagnosis and outcome identification for patients with anxiety, obsessive-compulsive, or related disorders.</a:t>
            </a:r>
          </a:p>
          <a:p>
            <a:r>
              <a:rPr lang="en-US" sz="1200" kern="1200" dirty="0">
                <a:solidFill>
                  <a:schemeClr val="tx1"/>
                </a:solidFill>
                <a:effectLst/>
                <a:latin typeface="+mn-lt"/>
                <a:ea typeface="+mn-ea"/>
                <a:cs typeface="+mn-cs"/>
              </a:rPr>
              <a:t>A list of patient behaviors and the NANDA nursing diagnoses for patients with OCD and related disorders can be found in Table 27–2 in the text. </a:t>
            </a:r>
          </a:p>
          <a:p>
            <a:r>
              <a:rPr lang="en-US" sz="1200" kern="1200" dirty="0">
                <a:solidFill>
                  <a:schemeClr val="tx1"/>
                </a:solidFill>
                <a:effectLst/>
                <a:latin typeface="+mn-lt"/>
                <a:ea typeface="+mn-ea"/>
                <a:cs typeface="+mn-cs"/>
              </a:rPr>
              <a:t>Read through the behaviors and nursing diagnoses on Slides 38–39.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24</a:t>
            </a:fld>
            <a:endParaRPr lang="en-US" dirty="0"/>
          </a:p>
        </p:txBody>
      </p:sp>
    </p:spTree>
    <p:extLst>
      <p:ext uri="{BB962C8B-B14F-4D97-AF65-F5344CB8AC3E}">
        <p14:creationId xmlns:p14="http://schemas.microsoft.com/office/powerpoint/2010/main" val="14460010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Using information collected during the assessment, the nurse completes the patient database, from which the selection of appropriate nursing diagnoses is determined. </a:t>
            </a:r>
          </a:p>
          <a:p>
            <a:r>
              <a:rPr lang="en-US" sz="1200" kern="1200" dirty="0">
                <a:solidFill>
                  <a:schemeClr val="tx1"/>
                </a:solidFill>
                <a:effectLst/>
                <a:latin typeface="+mn-lt"/>
                <a:ea typeface="+mn-ea"/>
                <a:cs typeface="+mn-cs"/>
              </a:rPr>
              <a:t>Discuss diagnosis and outcome identification for patients with anxiety, obsessive-compulsive, or related disorders.</a:t>
            </a:r>
          </a:p>
          <a:p>
            <a:r>
              <a:rPr lang="en-US" sz="1200" kern="1200" dirty="0">
                <a:solidFill>
                  <a:schemeClr val="tx1"/>
                </a:solidFill>
                <a:effectLst/>
                <a:latin typeface="+mn-lt"/>
                <a:ea typeface="+mn-ea"/>
                <a:cs typeface="+mn-cs"/>
              </a:rPr>
              <a:t>A list of patient behaviors and the NANDA nursing diagnoses for patients with OCD and related disorders can be found in Table 27–2 in the text. </a:t>
            </a:r>
          </a:p>
          <a:p>
            <a:r>
              <a:rPr lang="en-US" sz="1200" kern="1200" dirty="0">
                <a:solidFill>
                  <a:schemeClr val="tx1"/>
                </a:solidFill>
                <a:effectLst/>
                <a:latin typeface="+mn-lt"/>
                <a:ea typeface="+mn-ea"/>
                <a:cs typeface="+mn-cs"/>
              </a:rPr>
              <a:t>Read through the behaviors and nursing diagnoses on Slides 37–38.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25</a:t>
            </a:fld>
            <a:endParaRPr lang="en-US" dirty="0"/>
          </a:p>
        </p:txBody>
      </p:sp>
    </p:spTree>
    <p:extLst>
      <p:ext uri="{BB962C8B-B14F-4D97-AF65-F5344CB8AC3E}">
        <p14:creationId xmlns:p14="http://schemas.microsoft.com/office/powerpoint/2010/main" val="3992245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following criteria may be used for measurement of outcomes in the care of the patient with anxiety disorders: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recognize signs of escalating anxiety and intervene before reaching panic level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and make independent decisions about life situation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Functions adaptively in the presence of the phobic object or situation without experiencing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plan of action for responding in the presence of the phobic object or situation without developing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without resorting to the use of ritualistic behavior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Demonstrates more adaptive coping strategies for dealing with anxiety instead of ritualistic behaviors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realistic perception of his or her appearance and expresses feelings that reflect a positive body image </a:t>
            </a:r>
            <a:r>
              <a:rPr lang="en-US" sz="1200" i="1" kern="1200" dirty="0">
                <a:solidFill>
                  <a:schemeClr val="tx1"/>
                </a:solidFill>
                <a:effectLst/>
                <a:latin typeface="+mn-lt"/>
                <a:ea typeface="+mn-ea"/>
                <a:cs typeface="+mn-cs"/>
              </a:rPr>
              <a:t>(body dysmorphic disorder)</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Verbalizes and demonstrates more adaptive strategies for coping with stressful situations </a:t>
            </a:r>
            <a:r>
              <a:rPr lang="en-US" sz="1200" i="1" kern="1200" dirty="0">
                <a:solidFill>
                  <a:schemeClr val="tx1"/>
                </a:solidFill>
                <a:effectLst/>
                <a:latin typeface="+mn-lt"/>
                <a:ea typeface="+mn-ea"/>
                <a:cs typeface="+mn-cs"/>
              </a:rPr>
              <a:t>(trichotillomania)</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26</a:t>
            </a:fld>
            <a:endParaRPr lang="en-US" dirty="0"/>
          </a:p>
        </p:txBody>
      </p:sp>
    </p:spTree>
    <p:extLst>
      <p:ext uri="{BB962C8B-B14F-4D97-AF65-F5344CB8AC3E}">
        <p14:creationId xmlns:p14="http://schemas.microsoft.com/office/powerpoint/2010/main" val="2241011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following criteria may be used for measurement of outcomes in the care of the patient with anxiety disorders: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recognize signs of escalating anxiety and intervene before reaching panic level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and make independent decisions about life situation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Functions adaptively in the presence of the phobic object or situation without experiencing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plan of action for responding in the presence of the phobic object or situation without developing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without resorting to the use of ritualistic behavior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Demonstrates more adaptive coping strategies for dealing with anxiety instead of ritualistic behaviors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realistic perception of his or her appearance and expresses feelings that reflect a positive body image </a:t>
            </a:r>
            <a:r>
              <a:rPr lang="en-US" sz="1200" i="1" kern="1200" dirty="0">
                <a:solidFill>
                  <a:schemeClr val="tx1"/>
                </a:solidFill>
                <a:effectLst/>
                <a:latin typeface="+mn-lt"/>
                <a:ea typeface="+mn-ea"/>
                <a:cs typeface="+mn-cs"/>
              </a:rPr>
              <a:t>(body dysmorphic disorder)</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Verbalizes and demonstrates more adaptive strategies for coping with stressful situations </a:t>
            </a:r>
            <a:r>
              <a:rPr lang="en-US" sz="1200" i="1" kern="1200" dirty="0">
                <a:solidFill>
                  <a:schemeClr val="tx1"/>
                </a:solidFill>
                <a:effectLst/>
                <a:latin typeface="+mn-lt"/>
                <a:ea typeface="+mn-ea"/>
                <a:cs typeface="+mn-cs"/>
              </a:rPr>
              <a:t>(trichotillomania)</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27</a:t>
            </a:fld>
            <a:endParaRPr lang="en-US" dirty="0"/>
          </a:p>
        </p:txBody>
      </p:sp>
    </p:spTree>
    <p:extLst>
      <p:ext uri="{BB962C8B-B14F-4D97-AF65-F5344CB8AC3E}">
        <p14:creationId xmlns:p14="http://schemas.microsoft.com/office/powerpoint/2010/main" val="7284361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following criteria may be used for measurement of outcomes in the care of the patient with anxiety disorders: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recognize signs of escalating anxiety and intervene before reaching panic level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and make independent decisions about life situation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Functions adaptively in the presence of the phobic object or situation without experiencing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plan of action for responding in the presence of the phobic object or situation without developing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without resorting to the use of ritualistic behavior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Demonstrates more adaptive coping strategies for dealing with anxiety instead of ritualistic behaviors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realistic perception of his or her appearance and expresses feelings that reflect a positive body image </a:t>
            </a:r>
            <a:r>
              <a:rPr lang="en-US" sz="1200" i="1" kern="1200" dirty="0">
                <a:solidFill>
                  <a:schemeClr val="tx1"/>
                </a:solidFill>
                <a:effectLst/>
                <a:latin typeface="+mn-lt"/>
                <a:ea typeface="+mn-ea"/>
                <a:cs typeface="+mn-cs"/>
              </a:rPr>
              <a:t>(body dysmorphic disorder)</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Verbalizes and demonstrates more adaptive strategies for coping with stressful situations </a:t>
            </a:r>
            <a:r>
              <a:rPr lang="en-US" sz="1200" i="1" kern="1200" dirty="0">
                <a:solidFill>
                  <a:schemeClr val="tx1"/>
                </a:solidFill>
                <a:effectLst/>
                <a:latin typeface="+mn-lt"/>
                <a:ea typeface="+mn-ea"/>
                <a:cs typeface="+mn-cs"/>
              </a:rPr>
              <a:t>(trichotillomania)</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28</a:t>
            </a:fld>
            <a:endParaRPr lang="en-US" dirty="0"/>
          </a:p>
        </p:txBody>
      </p:sp>
    </p:spTree>
    <p:extLst>
      <p:ext uri="{BB962C8B-B14F-4D97-AF65-F5344CB8AC3E}">
        <p14:creationId xmlns:p14="http://schemas.microsoft.com/office/powerpoint/2010/main" val="1991698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following criteria may be used for measurement of outcomes in the care of the patient with anxiety disorders: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recognize signs of escalating anxiety and intervene before reaching panic level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and make independent decisions about life situation </a:t>
            </a:r>
            <a:r>
              <a:rPr lang="en-US" sz="1200" i="1" kern="1200" dirty="0">
                <a:solidFill>
                  <a:schemeClr val="tx1"/>
                </a:solidFill>
                <a:effectLst/>
                <a:latin typeface="+mn-lt"/>
                <a:ea typeface="+mn-ea"/>
                <a:cs typeface="+mn-cs"/>
              </a:rPr>
              <a:t>(panic and GADs)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Functions adaptively in the presence of the phobic object or situation without experiencing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plan of action for responding in the presence of the phobic object or situation without developing panic anxiety </a:t>
            </a:r>
            <a:r>
              <a:rPr lang="en-US" sz="1200" i="1" kern="1200" dirty="0">
                <a:solidFill>
                  <a:schemeClr val="tx1"/>
                </a:solidFill>
                <a:effectLst/>
                <a:latin typeface="+mn-lt"/>
                <a:ea typeface="+mn-ea"/>
                <a:cs typeface="+mn-cs"/>
              </a:rPr>
              <a:t>(phobic disorder)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Is able to maintain anxiety at a manageable level without resorting to the use of ritualistic behavior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Demonstrates more adaptive coping strategies for dealing with anxiety instead of ritualistic behaviors </a:t>
            </a:r>
            <a:r>
              <a:rPr lang="en-US" sz="1200" i="1" kern="1200" dirty="0">
                <a:solidFill>
                  <a:schemeClr val="tx1"/>
                </a:solidFill>
                <a:effectLst/>
                <a:latin typeface="+mn-lt"/>
                <a:ea typeface="+mn-ea"/>
                <a:cs typeface="+mn-cs"/>
              </a:rPr>
              <a:t>(OCD)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Verbalizes a realistic perception of his or her appearance and expresses feelings that reflect a positive body image </a:t>
            </a:r>
            <a:r>
              <a:rPr lang="en-US" sz="1200" i="1" kern="1200" dirty="0">
                <a:solidFill>
                  <a:schemeClr val="tx1"/>
                </a:solidFill>
                <a:effectLst/>
                <a:latin typeface="+mn-lt"/>
                <a:ea typeface="+mn-ea"/>
                <a:cs typeface="+mn-cs"/>
              </a:rPr>
              <a:t>(body dysmorphic disorder)</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Verbalizes and demonstrates more adaptive strategies for coping with stressful situations </a:t>
            </a:r>
            <a:r>
              <a:rPr lang="en-US" sz="1200" i="1" kern="1200" dirty="0">
                <a:solidFill>
                  <a:schemeClr val="tx1"/>
                </a:solidFill>
                <a:effectLst/>
                <a:latin typeface="+mn-lt"/>
                <a:ea typeface="+mn-ea"/>
                <a:cs typeface="+mn-cs"/>
              </a:rPr>
              <a:t>(trichotillomania)</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29</a:t>
            </a:fld>
            <a:endParaRPr lang="en-US" dirty="0"/>
          </a:p>
        </p:txBody>
      </p:sp>
    </p:spTree>
    <p:extLst>
      <p:ext uri="{BB962C8B-B14F-4D97-AF65-F5344CB8AC3E}">
        <p14:creationId xmlns:p14="http://schemas.microsoft.com/office/powerpoint/2010/main" val="3208854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final step of the nursing process, a reassessment is conducted to determine if the nursing actions have been successful in achieving the objectives of care. </a:t>
            </a:r>
          </a:p>
          <a:p>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30</a:t>
            </a:fld>
            <a:endParaRPr lang="en-US" dirty="0"/>
          </a:p>
        </p:txBody>
      </p:sp>
    </p:spTree>
    <p:extLst>
      <p:ext uri="{BB962C8B-B14F-4D97-AF65-F5344CB8AC3E}">
        <p14:creationId xmlns:p14="http://schemas.microsoft.com/office/powerpoint/2010/main" val="9069045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final step of the nursing process, a reassessment is conducted to determine if the nursing actions have been successful in achieving the objectives of care. </a:t>
            </a:r>
          </a:p>
          <a:p>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31</a:t>
            </a:fld>
            <a:endParaRPr lang="en-US" dirty="0"/>
          </a:p>
        </p:txBody>
      </p:sp>
    </p:spTree>
    <p:extLst>
      <p:ext uri="{BB962C8B-B14F-4D97-AF65-F5344CB8AC3E}">
        <p14:creationId xmlns:p14="http://schemas.microsoft.com/office/powerpoint/2010/main" val="963734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final step of the nursing process, a reassessment is conducted to determine if the nursing actions have been successful in achieving the objectives of care. </a:t>
            </a:r>
          </a:p>
          <a:p>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32</a:t>
            </a:fld>
            <a:endParaRPr lang="en-US" dirty="0"/>
          </a:p>
        </p:txBody>
      </p:sp>
    </p:spTree>
    <p:extLst>
      <p:ext uri="{BB962C8B-B14F-4D97-AF65-F5344CB8AC3E}">
        <p14:creationId xmlns:p14="http://schemas.microsoft.com/office/powerpoint/2010/main" val="9637347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Discuss the various treatment possibilities for patients with anxiety, obsessive-compulsive, and related disorders.</a:t>
            </a:r>
          </a:p>
          <a:p>
            <a:r>
              <a:rPr lang="en-US" sz="1200" kern="1200" dirty="0">
                <a:solidFill>
                  <a:schemeClr val="tx1"/>
                </a:solidFill>
                <a:effectLst/>
                <a:latin typeface="+mn-lt"/>
                <a:ea typeface="+mn-ea"/>
                <a:cs typeface="+mn-cs"/>
              </a:rPr>
              <a:t>Therapy can be beneficial to a patient suffering from bipolar disorder.</a:t>
            </a:r>
          </a:p>
          <a:p>
            <a:r>
              <a:rPr lang="en-US" sz="1200" kern="1200" dirty="0">
                <a:solidFill>
                  <a:schemeClr val="tx1"/>
                </a:solidFill>
                <a:effectLst/>
                <a:latin typeface="+mn-lt"/>
                <a:ea typeface="+mn-ea"/>
                <a:cs typeface="+mn-cs"/>
              </a:rPr>
              <a:t>Supportive psychotherapy is designed to help the patient identify his or her personal strengths and explore adaptive coping mechanisms. Insight-oriented psychotherapy, which is rooted in Freudian psychology, is designed to help the patient identify, explore, and resolve internal psychological conflicts that are contributing to anxiety. </a:t>
            </a:r>
          </a:p>
          <a:p>
            <a:r>
              <a:rPr lang="en-US" sz="1200" kern="1200" dirty="0">
                <a:solidFill>
                  <a:schemeClr val="tx1"/>
                </a:solidFill>
                <a:effectLst/>
                <a:latin typeface="+mn-lt"/>
                <a:ea typeface="+mn-ea"/>
                <a:cs typeface="+mn-cs"/>
              </a:rPr>
              <a:t>Cognitive therapy strives to assist the individual to reduce anxiety responses by altering cognitive distortions. Anxiety is described as being the result of exaggerated, automatic thinking. Cognitive therapy for anxiety is brief and time limited, usually lasting from 5 to 20 sessions. Brief therapy discourages the patient’s dependency on the therapist, which is prevalent in anxiety disorders, and encourages the patient’s self-sufficiency.</a:t>
            </a:r>
          </a:p>
          <a:p>
            <a:r>
              <a:rPr lang="en-US" sz="1200" kern="1200" dirty="0">
                <a:solidFill>
                  <a:schemeClr val="tx1"/>
                </a:solidFill>
                <a:effectLst/>
                <a:latin typeface="+mn-lt"/>
                <a:ea typeface="+mn-ea"/>
                <a:cs typeface="+mn-cs"/>
              </a:rPr>
              <a:t>Behavior modification has been used to treat trichotillomania. Various techniques have been tried, including covert desensitization and habit reversal therapy</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(HRT). These may include a system of positive and negative reinforcements in an effort to modify the hair-pulling behaviors. With HRT, in an attempt to extinguish the unwanted behavior, the individual learns to become more aware of the hair pulling, identify times of occurrence, and substitute a more adaptive coping strategy.</a:t>
            </a:r>
          </a:p>
          <a:p>
            <a:r>
              <a:rPr lang="en-US" sz="1200" kern="1200" dirty="0">
                <a:solidFill>
                  <a:schemeClr val="tx1"/>
                </a:solidFill>
                <a:effectLst/>
                <a:latin typeface="+mn-lt"/>
                <a:ea typeface="+mn-ea"/>
                <a:cs typeface="+mn-cs"/>
              </a:rPr>
              <a:t>Other forms of behavior therapy include systematic desensitization and implosion therapy (flooding). In systematic desensitization, the patient is gradually exposed to the phobic stimulus, either in a real or imagined situation. In implosion therapy, the therapist “floods” the patient with information concerning situations that trigger anxiety in him or her. The therapist describes anxiety-provoking situations in vivid detail and is guided by the patient’s response; the more anxiety provoked, the more expedient is the therapeutic endeavor.</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33</a:t>
            </a:fld>
            <a:endParaRPr lang="en-US" dirty="0"/>
          </a:p>
        </p:txBody>
      </p:sp>
    </p:spTree>
    <p:extLst>
      <p:ext uri="{BB962C8B-B14F-4D97-AF65-F5344CB8AC3E}">
        <p14:creationId xmlns:p14="http://schemas.microsoft.com/office/powerpoint/2010/main" val="19794220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Antianxiety drugs are also called </a:t>
            </a:r>
            <a:r>
              <a:rPr lang="en-US" sz="1200" i="1" kern="1200" dirty="0">
                <a:solidFill>
                  <a:schemeClr val="tx1"/>
                </a:solidFill>
                <a:effectLst/>
                <a:latin typeface="+mn-lt"/>
                <a:ea typeface="+mn-ea"/>
                <a:cs typeface="+mn-cs"/>
              </a:rPr>
              <a:t>anxiolytics</a:t>
            </a:r>
            <a:r>
              <a:rPr lang="en-US" sz="1200" kern="1200" dirty="0">
                <a:solidFill>
                  <a:schemeClr val="tx1"/>
                </a:solidFill>
                <a:effectLst/>
                <a:latin typeface="+mn-lt"/>
                <a:ea typeface="+mn-ea"/>
                <a:cs typeface="+mn-cs"/>
              </a:rPr>
              <a:t> and historically were referred to as </a:t>
            </a:r>
            <a:r>
              <a:rPr lang="en-US" sz="1200" i="1" kern="1200" dirty="0">
                <a:solidFill>
                  <a:schemeClr val="tx1"/>
                </a:solidFill>
                <a:effectLst/>
                <a:latin typeface="+mn-lt"/>
                <a:ea typeface="+mn-ea"/>
                <a:cs typeface="+mn-cs"/>
              </a:rPr>
              <a:t>minor tranquilizers. </a:t>
            </a:r>
            <a:r>
              <a:rPr lang="en-US" sz="1200" kern="1200" dirty="0">
                <a:solidFill>
                  <a:schemeClr val="tx1"/>
                </a:solidFill>
                <a:effectLst/>
                <a:latin typeface="+mn-lt"/>
                <a:ea typeface="+mn-ea"/>
                <a:cs typeface="+mn-cs"/>
              </a:rPr>
              <a:t>Antianxiety agents are used in the treatment of anxiety disorders, anxiety symptoms, acute alcohol withdrawal, skeletal muscle spasms, convulsive disorders, status epilepticus, and preoperative sedation. </a:t>
            </a:r>
          </a:p>
          <a:p>
            <a:r>
              <a:rPr lang="en-US" sz="1200" kern="1200" dirty="0">
                <a:solidFill>
                  <a:schemeClr val="tx1"/>
                </a:solidFill>
                <a:effectLst/>
                <a:latin typeface="+mn-lt"/>
                <a:ea typeface="+mn-ea"/>
                <a:cs typeface="+mn-cs"/>
              </a:rPr>
              <a:t>A list of antianxiety medications is presented in Table 27–4 in the text.</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34</a:t>
            </a:fld>
            <a:endParaRPr lang="en-US" dirty="0"/>
          </a:p>
        </p:txBody>
      </p:sp>
    </p:spTree>
    <p:extLst>
      <p:ext uri="{BB962C8B-B14F-4D97-AF65-F5344CB8AC3E}">
        <p14:creationId xmlns:p14="http://schemas.microsoft.com/office/powerpoint/2010/main" val="1665176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Benzodiazepines have been used with success in the treatment of GAD. They can be prescribed on an as-needed basis when the patient is feeling particularly anxious. Alprazolam, lorazepam, and clonazepam have been particularly effective in the treatment of panic disorder. </a:t>
            </a:r>
          </a:p>
          <a:p>
            <a:r>
              <a:rPr lang="en-US" sz="1200" kern="1200" dirty="0">
                <a:solidFill>
                  <a:schemeClr val="tx1"/>
                </a:solidFill>
                <a:effectLst/>
                <a:latin typeface="+mn-lt"/>
                <a:ea typeface="+mn-ea"/>
                <a:cs typeface="+mn-cs"/>
              </a:rPr>
              <a:t>Several antidepressants are effective as major antianxiety agents. The tricyclics clomipramine and imipramine have been used with success in patients experiencing panic disorder. However, since the advent of SSRIs, tricyclics are less widely used because of their tendency to produce severe side effects at the high doses required to relieve symptoms of panic disorder.</a:t>
            </a:r>
          </a:p>
          <a:p>
            <a:r>
              <a:rPr lang="en-US" sz="1200" kern="1200" dirty="0">
                <a:solidFill>
                  <a:schemeClr val="tx1"/>
                </a:solidFill>
                <a:effectLst/>
                <a:latin typeface="+mn-lt"/>
                <a:ea typeface="+mn-ea"/>
                <a:cs typeface="+mn-cs"/>
              </a:rPr>
              <a:t>Several studies have called attention to the effectiveness of beta blockers (e.g., propranolol) and alpha</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-receptor agonists (e.g., clonidine) in the amelioration of anxiety symptoms.</a:t>
            </a:r>
            <a:r>
              <a:rPr lang="en-US" dirty="0">
                <a:effectLst/>
              </a:rPr>
              <a:t> </a:t>
            </a:r>
            <a:endParaRPr lang="en-US" dirty="0"/>
          </a:p>
        </p:txBody>
      </p:sp>
      <p:sp>
        <p:nvSpPr>
          <p:cNvPr id="4" name="Slide Number Placeholder 3"/>
          <p:cNvSpPr>
            <a:spLocks noGrp="1"/>
          </p:cNvSpPr>
          <p:nvPr>
            <p:ph type="sldNum" sz="quarter" idx="10"/>
          </p:nvPr>
        </p:nvSpPr>
        <p:spPr/>
        <p:txBody>
          <a:bodyPr/>
          <a:lstStyle/>
          <a:p>
            <a:fld id="{D1FE3FD1-3D53-424A-A1AD-A3C30BC928DB}" type="slidenum">
              <a:rPr lang="en-US" smtClean="0"/>
              <a:t>35</a:t>
            </a:fld>
            <a:endParaRPr lang="en-US" dirty="0"/>
          </a:p>
        </p:txBody>
      </p:sp>
    </p:spTree>
    <p:extLst>
      <p:ext uri="{BB962C8B-B14F-4D97-AF65-F5344CB8AC3E}">
        <p14:creationId xmlns:p14="http://schemas.microsoft.com/office/powerpoint/2010/main" val="347765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Pose the question on the slide to the class. Poll students on which answer they think is correct. Then move to the answer slide (Slide 64) and discuss the correct answer.</a:t>
            </a:r>
            <a:r>
              <a:rPr lang="en-US" dirty="0">
                <a:effectLst/>
              </a:rPr>
              <a:t> </a:t>
            </a:r>
            <a:endParaRPr lang="en-US" dirty="0"/>
          </a:p>
        </p:txBody>
      </p:sp>
      <p:sp>
        <p:nvSpPr>
          <p:cNvPr id="4" name="Slide Number Placeholder 3"/>
          <p:cNvSpPr>
            <a:spLocks noGrp="1"/>
          </p:cNvSpPr>
          <p:nvPr>
            <p:ph type="sldNum" sz="quarter" idx="5"/>
          </p:nvPr>
        </p:nvSpPr>
        <p:spPr/>
        <p:txBody>
          <a:bodyPr/>
          <a:lstStyle/>
          <a:p>
            <a:fld id="{D1FE3FD1-3D53-424A-A1AD-A3C30BC928DB}" type="slidenum">
              <a:rPr lang="en-US" smtClean="0"/>
              <a:t>36</a:t>
            </a:fld>
            <a:endParaRPr lang="en-US" dirty="0"/>
          </a:p>
        </p:txBody>
      </p:sp>
    </p:spTree>
    <p:extLst>
      <p:ext uri="{BB962C8B-B14F-4D97-AF65-F5344CB8AC3E}">
        <p14:creationId xmlns:p14="http://schemas.microsoft.com/office/powerpoint/2010/main" val="3874251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kern="1200" dirty="0">
                <a:solidFill>
                  <a:schemeClr val="tx1"/>
                </a:solidFill>
                <a:effectLst/>
                <a:latin typeface="+mn-lt"/>
                <a:ea typeface="+mn-ea"/>
                <a:cs typeface="+mn-cs"/>
              </a:rPr>
              <a:t>Correct answer: A</a:t>
            </a:r>
          </a:p>
          <a:p>
            <a:r>
              <a:rPr lang="en-US" sz="1200" kern="1200" dirty="0">
                <a:solidFill>
                  <a:schemeClr val="tx1"/>
                </a:solidFill>
                <a:effectLst/>
                <a:latin typeface="+mn-lt"/>
                <a:ea typeface="+mn-ea"/>
                <a:cs typeface="+mn-cs"/>
              </a:rPr>
              <a:t>Xanax is a benzodiazepine and has addictive properties. It is the responsibility of the nurse to teach the patient about dependence, tolerance, and other signs and symptoms of addiction.</a:t>
            </a:r>
            <a:r>
              <a:rPr lang="en-US" dirty="0">
                <a:effectLst/>
              </a:rPr>
              <a:t> </a:t>
            </a:r>
            <a:endParaRPr lang="en-US" dirty="0"/>
          </a:p>
        </p:txBody>
      </p:sp>
      <p:sp>
        <p:nvSpPr>
          <p:cNvPr id="4" name="Slide Number Placeholder 3"/>
          <p:cNvSpPr>
            <a:spLocks noGrp="1"/>
          </p:cNvSpPr>
          <p:nvPr>
            <p:ph type="sldNum" sz="quarter" idx="5"/>
          </p:nvPr>
        </p:nvSpPr>
        <p:spPr/>
        <p:txBody>
          <a:bodyPr/>
          <a:lstStyle/>
          <a:p>
            <a:fld id="{D1FE3FD1-3D53-424A-A1AD-A3C30BC928DB}" type="slidenum">
              <a:rPr lang="en-US" smtClean="0"/>
              <a:t>37</a:t>
            </a:fld>
            <a:endParaRPr lang="en-US" dirty="0"/>
          </a:p>
        </p:txBody>
      </p:sp>
    </p:spTree>
    <p:extLst>
      <p:ext uri="{BB962C8B-B14F-4D97-AF65-F5344CB8AC3E}">
        <p14:creationId xmlns:p14="http://schemas.microsoft.com/office/powerpoint/2010/main" val="2322953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sp>
        <p:nvSpPr>
          <p:cNvPr id="13" name="Picture Placeholder 11"/>
          <p:cNvSpPr>
            <a:spLocks noGrp="1"/>
          </p:cNvSpPr>
          <p:nvPr>
            <p:ph type="pic" sz="quarter" idx="13" hasCustomPrompt="1"/>
          </p:nvPr>
        </p:nvSpPr>
        <p:spPr>
          <a:xfrm>
            <a:off x="2689302" y="228600"/>
            <a:ext cx="3733800" cy="4267200"/>
          </a:xfrm>
        </p:spPr>
        <p:txBody>
          <a:bodyPr rtlCol="0">
            <a:normAutofit/>
          </a:bodyPr>
          <a:lstStyle>
            <a:lvl1pPr>
              <a:defRPr/>
            </a:lvl1pPr>
          </a:lstStyle>
          <a:p>
            <a:pPr lvl="0"/>
            <a:r>
              <a:rPr lang="en-US" noProof="0" dirty="0"/>
              <a:t>Click icon to add cover image</a:t>
            </a:r>
          </a:p>
        </p:txBody>
      </p:sp>
      <p:sp>
        <p:nvSpPr>
          <p:cNvPr id="14" name="Rectangle 13"/>
          <p:cNvSpPr/>
          <p:nvPr userDrawn="1"/>
        </p:nvSpPr>
        <p:spPr>
          <a:xfrm>
            <a:off x="0" y="6356350"/>
            <a:ext cx="9144000" cy="507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3"/>
          <p:cNvSpPr txBox="1">
            <a:spLocks/>
          </p:cNvSpPr>
          <p:nvPr userDrawn="1"/>
        </p:nvSpPr>
        <p:spPr>
          <a:xfrm>
            <a:off x="101599" y="6470650"/>
            <a:ext cx="2422525" cy="365125"/>
          </a:xfrm>
          <a:prstGeom prst="rect">
            <a:avLst/>
          </a:prstGeom>
        </p:spPr>
        <p:txBody>
          <a:bodyPr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b="1" dirty="0">
                <a:solidFill>
                  <a:srgbClr val="585858"/>
                </a:solidFill>
              </a:rPr>
              <a:t>Copyright ©2021 F.A. Davis Company</a:t>
            </a:r>
          </a:p>
        </p:txBody>
      </p:sp>
      <p:pic>
        <p:nvPicPr>
          <p:cNvPr id="10" name="Picture 13"/>
          <p:cNvPicPr>
            <a:picLocks noChangeAspect="1"/>
          </p:cNvPicPr>
          <p:nvPr userDrawn="1"/>
        </p:nvPicPr>
        <p:blipFill>
          <a:blip r:embed="rId2" cstate="print">
            <a:clrChange>
              <a:clrFrom>
                <a:srgbClr val="FFFFFE"/>
              </a:clrFrom>
              <a:clrTo>
                <a:srgbClr val="FFFFFE">
                  <a:alpha val="0"/>
                </a:srgbClr>
              </a:clrTo>
            </a:clrChange>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977294" y="6492183"/>
            <a:ext cx="1005840" cy="35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0" y="4728898"/>
            <a:ext cx="9144000" cy="1708150"/>
          </a:xfrm>
          <a:prstGeom prst="rect">
            <a:avLst/>
          </a:prstGeom>
          <a:solidFill>
            <a:srgbClr val="2880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5" name="Straight Connector 4"/>
          <p:cNvCxnSpPr/>
          <p:nvPr/>
        </p:nvCxnSpPr>
        <p:spPr>
          <a:xfrm>
            <a:off x="0" y="4728898"/>
            <a:ext cx="9144000" cy="0"/>
          </a:xfrm>
          <a:prstGeom prst="line">
            <a:avLst/>
          </a:prstGeom>
          <a:ln w="50800">
            <a:solidFill>
              <a:srgbClr val="D99C21"/>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4" cstate="print"/>
          <a:stretch>
            <a:fillRect/>
          </a:stretch>
        </p:blipFill>
        <p:spPr>
          <a:xfrm>
            <a:off x="0" y="6426743"/>
            <a:ext cx="9169400" cy="48773"/>
          </a:xfrm>
          <a:prstGeom prst="rect">
            <a:avLst/>
          </a:prstGeom>
        </p:spPr>
      </p:pic>
    </p:spTree>
    <p:extLst>
      <p:ext uri="{BB962C8B-B14F-4D97-AF65-F5344CB8AC3E}">
        <p14:creationId xmlns:p14="http://schemas.microsoft.com/office/powerpoint/2010/main" val="2659551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and Title">
    <p:spTree>
      <p:nvGrpSpPr>
        <p:cNvPr id="1" name=""/>
        <p:cNvGrpSpPr/>
        <p:nvPr/>
      </p:nvGrpSpPr>
      <p:grpSpPr>
        <a:xfrm>
          <a:off x="0" y="0"/>
          <a:ext cx="0" cy="0"/>
          <a:chOff x="0" y="0"/>
          <a:chExt cx="0" cy="0"/>
        </a:xfrm>
      </p:grpSpPr>
      <p:sp>
        <p:nvSpPr>
          <p:cNvPr id="13" name="Text Placeholder 12"/>
          <p:cNvSpPr>
            <a:spLocks noGrp="1"/>
          </p:cNvSpPr>
          <p:nvPr>
            <p:ph type="body" sz="quarter" idx="13" hasCustomPrompt="1"/>
          </p:nvPr>
        </p:nvSpPr>
        <p:spPr>
          <a:xfrm>
            <a:off x="1790700" y="1828800"/>
            <a:ext cx="5562600" cy="457200"/>
          </a:xfrm>
        </p:spPr>
        <p:txBody>
          <a:bodyPr anchor="ctr">
            <a:noAutofit/>
          </a:bodyPr>
          <a:lstStyle>
            <a:lvl1pPr marL="0" indent="0" algn="ctr">
              <a:buFontTx/>
              <a:buNone/>
              <a:defRPr sz="3200"/>
            </a:lvl1pPr>
            <a:lvl2pPr marL="623887" indent="0">
              <a:buFontTx/>
              <a:buNone/>
              <a:defRPr/>
            </a:lvl2pPr>
            <a:lvl3pPr marL="969962" indent="0">
              <a:buFontTx/>
              <a:buNone/>
              <a:defRPr/>
            </a:lvl3pPr>
            <a:lvl4pPr marL="1371600" indent="0">
              <a:buFontTx/>
              <a:buNone/>
              <a:defRPr/>
            </a:lvl4pPr>
            <a:lvl5pPr marL="1828800" indent="0">
              <a:buFontTx/>
              <a:buNone/>
              <a:defRPr/>
            </a:lvl5pPr>
          </a:lstStyle>
          <a:p>
            <a:pPr lvl="0"/>
            <a:r>
              <a:rPr lang="en-US" dirty="0"/>
              <a:t>Chapter #</a:t>
            </a:r>
          </a:p>
        </p:txBody>
      </p:sp>
      <p:sp>
        <p:nvSpPr>
          <p:cNvPr id="2" name="Title 1"/>
          <p:cNvSpPr>
            <a:spLocks noGrp="1"/>
          </p:cNvSpPr>
          <p:nvPr>
            <p:ph type="ctrTitle" hasCustomPrompt="1"/>
          </p:nvPr>
        </p:nvSpPr>
        <p:spPr>
          <a:xfrm>
            <a:off x="685800" y="2831169"/>
            <a:ext cx="7772400" cy="646331"/>
          </a:xfrm>
        </p:spPr>
        <p:txBody>
          <a:bodyPr/>
          <a:lstStyle>
            <a:lvl1pPr marL="0" algn="ctr" defTabSz="914400" rtl="0" eaLnBrk="1" latinLnBrk="0" hangingPunct="1">
              <a:defRPr lang="en-US" sz="4000" kern="1200" dirty="0">
                <a:solidFill>
                  <a:srgbClr val="737373"/>
                </a:solidFill>
                <a:latin typeface="+mn-lt"/>
                <a:ea typeface="+mn-ea"/>
                <a:cs typeface="+mn-cs"/>
              </a:defRPr>
            </a:lvl1pPr>
          </a:lstStyle>
          <a:p>
            <a:r>
              <a:rPr lang="en-US" dirty="0"/>
              <a:t>Click to add Chapter Title</a:t>
            </a:r>
          </a:p>
        </p:txBody>
      </p:sp>
      <p:sp>
        <p:nvSpPr>
          <p:cNvPr id="16" name="Rectangle 15"/>
          <p:cNvSpPr/>
          <p:nvPr userDrawn="1"/>
        </p:nvSpPr>
        <p:spPr>
          <a:xfrm>
            <a:off x="0" y="6356350"/>
            <a:ext cx="9144000" cy="507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Date Placeholder 3"/>
          <p:cNvSpPr txBox="1">
            <a:spLocks/>
          </p:cNvSpPr>
          <p:nvPr userDrawn="1"/>
        </p:nvSpPr>
        <p:spPr>
          <a:xfrm>
            <a:off x="101599" y="6470650"/>
            <a:ext cx="2422525" cy="365125"/>
          </a:xfrm>
          <a:prstGeom prst="rect">
            <a:avLst/>
          </a:prstGeom>
        </p:spPr>
        <p:txBody>
          <a:bodyPr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b="1" dirty="0">
                <a:solidFill>
                  <a:srgbClr val="585858"/>
                </a:solidFill>
              </a:rPr>
              <a:t>Copyright ©2021 F.A. Davis Company</a:t>
            </a:r>
          </a:p>
        </p:txBody>
      </p:sp>
      <p:pic>
        <p:nvPicPr>
          <p:cNvPr id="18" name="Picture 13"/>
          <p:cNvPicPr>
            <a:picLocks noChangeAspect="1"/>
          </p:cNvPicPr>
          <p:nvPr userDrawn="1"/>
        </p:nvPicPr>
        <p:blipFill>
          <a:blip r:embed="rId2" cstate="print">
            <a:clrChange>
              <a:clrFrom>
                <a:srgbClr val="FFFFFE"/>
              </a:clrFrom>
              <a:clrTo>
                <a:srgbClr val="FFFFFE">
                  <a:alpha val="0"/>
                </a:srgbClr>
              </a:clrTo>
            </a:clrChange>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977294" y="6492183"/>
            <a:ext cx="1005840" cy="35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0" y="4728898"/>
            <a:ext cx="9144000" cy="1708150"/>
          </a:xfrm>
          <a:prstGeom prst="rect">
            <a:avLst/>
          </a:prstGeom>
          <a:solidFill>
            <a:srgbClr val="2880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1" name="Straight Connector 10"/>
          <p:cNvCxnSpPr/>
          <p:nvPr userDrawn="1"/>
        </p:nvCxnSpPr>
        <p:spPr>
          <a:xfrm>
            <a:off x="0" y="4728898"/>
            <a:ext cx="9144000" cy="0"/>
          </a:xfrm>
          <a:prstGeom prst="line">
            <a:avLst/>
          </a:prstGeom>
          <a:ln w="50800">
            <a:solidFill>
              <a:srgbClr val="D99C2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4" cstate="print"/>
          <a:stretch>
            <a:fillRect/>
          </a:stretch>
        </p:blipFill>
        <p:spPr>
          <a:xfrm>
            <a:off x="0" y="6426743"/>
            <a:ext cx="9169400" cy="48773"/>
          </a:xfrm>
          <a:prstGeom prst="rect">
            <a:avLst/>
          </a:prstGeom>
        </p:spPr>
      </p:pic>
    </p:spTree>
    <p:extLst>
      <p:ext uri="{BB962C8B-B14F-4D97-AF65-F5344CB8AC3E}">
        <p14:creationId xmlns:p14="http://schemas.microsoft.com/office/powerpoint/2010/main" val="32089041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_Chapter and Title">
    <p:spTree>
      <p:nvGrpSpPr>
        <p:cNvPr id="1" name=""/>
        <p:cNvGrpSpPr/>
        <p:nvPr/>
      </p:nvGrpSpPr>
      <p:grpSpPr>
        <a:xfrm>
          <a:off x="0" y="0"/>
          <a:ext cx="0" cy="0"/>
          <a:chOff x="0" y="0"/>
          <a:chExt cx="0" cy="0"/>
        </a:xfrm>
      </p:grpSpPr>
      <p:sp>
        <p:nvSpPr>
          <p:cNvPr id="4" name="Picture Placeholder 3"/>
          <p:cNvSpPr>
            <a:spLocks noGrp="1"/>
          </p:cNvSpPr>
          <p:nvPr>
            <p:ph type="pic" sz="quarter" idx="14"/>
          </p:nvPr>
        </p:nvSpPr>
        <p:spPr>
          <a:xfrm>
            <a:off x="381000" y="1143000"/>
            <a:ext cx="2590800" cy="3568700"/>
          </a:xfrm>
        </p:spPr>
        <p:txBody>
          <a:bodyPr/>
          <a:lstStyle/>
          <a:p>
            <a:r>
              <a:rPr lang="en-US"/>
              <a:t>Click icon to add picture</a:t>
            </a:r>
            <a:endParaRPr lang="en-US" dirty="0"/>
          </a:p>
        </p:txBody>
      </p:sp>
      <p:sp>
        <p:nvSpPr>
          <p:cNvPr id="5" name="Text Placeholder 4"/>
          <p:cNvSpPr>
            <a:spLocks noGrp="1"/>
          </p:cNvSpPr>
          <p:nvPr>
            <p:ph type="body" sz="quarter" idx="15"/>
          </p:nvPr>
        </p:nvSpPr>
        <p:spPr>
          <a:xfrm>
            <a:off x="3429000" y="2362200"/>
            <a:ext cx="5410200" cy="565150"/>
          </a:xfrm>
        </p:spPr>
        <p:txBody>
          <a:bodyPr/>
          <a:lstStyle>
            <a:lvl1pPr marL="0" indent="0" algn="r">
              <a:buNone/>
              <a:defRPr sz="3200"/>
            </a:lvl1pPr>
          </a:lstStyle>
          <a:p>
            <a:pPr lvl="0"/>
            <a:r>
              <a:rPr lang="en-US"/>
              <a:t>Click to edit Master text styles</a:t>
            </a:r>
          </a:p>
        </p:txBody>
      </p:sp>
      <p:sp>
        <p:nvSpPr>
          <p:cNvPr id="15" name="Text Placeholder 5"/>
          <p:cNvSpPr>
            <a:spLocks noGrp="1"/>
          </p:cNvSpPr>
          <p:nvPr>
            <p:ph type="body" sz="quarter" idx="16"/>
          </p:nvPr>
        </p:nvSpPr>
        <p:spPr>
          <a:xfrm>
            <a:off x="3423557" y="3008009"/>
            <a:ext cx="5410200" cy="565150"/>
          </a:xfrm>
        </p:spPr>
        <p:txBody>
          <a:bodyPr/>
          <a:lstStyle>
            <a:lvl1pPr marL="0" indent="0" algn="r">
              <a:buNone/>
              <a:defRPr sz="3200"/>
            </a:lvl1pPr>
          </a:lstStyle>
          <a:p>
            <a:pPr lvl="0"/>
            <a:r>
              <a:rPr lang="en-US"/>
              <a:t>Click to edit Master text styles</a:t>
            </a:r>
          </a:p>
        </p:txBody>
      </p:sp>
      <p:sp>
        <p:nvSpPr>
          <p:cNvPr id="16" name="Rectangle 15"/>
          <p:cNvSpPr/>
          <p:nvPr userDrawn="1"/>
        </p:nvSpPr>
        <p:spPr>
          <a:xfrm>
            <a:off x="0" y="6356350"/>
            <a:ext cx="9144000" cy="507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Date Placeholder 3"/>
          <p:cNvSpPr txBox="1">
            <a:spLocks/>
          </p:cNvSpPr>
          <p:nvPr userDrawn="1"/>
        </p:nvSpPr>
        <p:spPr>
          <a:xfrm>
            <a:off x="101599" y="6470650"/>
            <a:ext cx="2422525" cy="365125"/>
          </a:xfrm>
          <a:prstGeom prst="rect">
            <a:avLst/>
          </a:prstGeom>
        </p:spPr>
        <p:txBody>
          <a:bodyPr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b="1" dirty="0">
                <a:solidFill>
                  <a:srgbClr val="585858"/>
                </a:solidFill>
              </a:rPr>
              <a:t>Copyright ©2021 F.A. Davis Company</a:t>
            </a:r>
          </a:p>
        </p:txBody>
      </p:sp>
      <p:pic>
        <p:nvPicPr>
          <p:cNvPr id="18" name="Picture 13"/>
          <p:cNvPicPr>
            <a:picLocks noChangeAspect="1"/>
          </p:cNvPicPr>
          <p:nvPr userDrawn="1"/>
        </p:nvPicPr>
        <p:blipFill>
          <a:blip r:embed="rId2" cstate="print">
            <a:clrChange>
              <a:clrFrom>
                <a:srgbClr val="FFFFFE"/>
              </a:clrFrom>
              <a:clrTo>
                <a:srgbClr val="FFFFFE">
                  <a:alpha val="0"/>
                </a:srgbClr>
              </a:clrTo>
            </a:clrChange>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977294" y="6492183"/>
            <a:ext cx="1005840" cy="35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0" y="4728898"/>
            <a:ext cx="9144000" cy="1708150"/>
          </a:xfrm>
          <a:prstGeom prst="rect">
            <a:avLst/>
          </a:prstGeom>
          <a:solidFill>
            <a:srgbClr val="2880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1" name="Straight Connector 10"/>
          <p:cNvCxnSpPr/>
          <p:nvPr userDrawn="1"/>
        </p:nvCxnSpPr>
        <p:spPr>
          <a:xfrm>
            <a:off x="0" y="4728898"/>
            <a:ext cx="9144000" cy="0"/>
          </a:xfrm>
          <a:prstGeom prst="line">
            <a:avLst/>
          </a:prstGeom>
          <a:ln w="50800">
            <a:solidFill>
              <a:srgbClr val="D99C2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4" cstate="print"/>
          <a:stretch>
            <a:fillRect/>
          </a:stretch>
        </p:blipFill>
        <p:spPr>
          <a:xfrm>
            <a:off x="0" y="6426743"/>
            <a:ext cx="9169400" cy="48773"/>
          </a:xfrm>
          <a:prstGeom prst="rect">
            <a:avLst/>
          </a:prstGeom>
        </p:spPr>
      </p:pic>
      <p:sp>
        <p:nvSpPr>
          <p:cNvPr id="14" name="Title 1"/>
          <p:cNvSpPr>
            <a:spLocks noGrp="1"/>
          </p:cNvSpPr>
          <p:nvPr>
            <p:ph type="title"/>
          </p:nvPr>
        </p:nvSpPr>
        <p:spPr>
          <a:xfrm>
            <a:off x="381000" y="163941"/>
            <a:ext cx="570653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lgn="r">
              <a:defRPr lang="en-US" sz="3600" dirty="0">
                <a:solidFill>
                  <a:schemeClr val="tx1">
                    <a:lumMod val="75000"/>
                  </a:schemeClr>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39313916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Content Placeholder 2"/>
          <p:cNvSpPr>
            <a:spLocks noGrp="1"/>
          </p:cNvSpPr>
          <p:nvPr>
            <p:ph idx="1"/>
          </p:nvPr>
        </p:nvSpPr>
        <p:spPr>
          <a:xfrm>
            <a:off x="457200" y="1195349"/>
            <a:ext cx="8229600" cy="45958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91786487"/>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4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and Bulleted List">
    <p:spTree>
      <p:nvGrpSpPr>
        <p:cNvPr id="1" name=""/>
        <p:cNvGrpSpPr/>
        <p:nvPr/>
      </p:nvGrpSpPr>
      <p:grpSpPr>
        <a:xfrm>
          <a:off x="0" y="0"/>
          <a:ext cx="0" cy="0"/>
          <a:chOff x="0" y="0"/>
          <a:chExt cx="0" cy="0"/>
        </a:xfrm>
      </p:grpSpPr>
      <p:sp>
        <p:nvSpPr>
          <p:cNvPr id="2" name="Title 1" hidden="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Content Placeholder 2"/>
          <p:cNvSpPr>
            <a:spLocks noGrp="1"/>
          </p:cNvSpPr>
          <p:nvPr>
            <p:ph idx="1"/>
          </p:nvPr>
        </p:nvSpPr>
        <p:spPr>
          <a:xfrm>
            <a:off x="457200" y="1195349"/>
            <a:ext cx="8229600" cy="45958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829180591"/>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4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Content Placeholder 2"/>
          <p:cNvSpPr>
            <a:spLocks noGrp="1"/>
          </p:cNvSpPr>
          <p:nvPr>
            <p:ph idx="1"/>
          </p:nvPr>
        </p:nvSpPr>
        <p:spPr>
          <a:xfrm>
            <a:off x="457200" y="1195349"/>
            <a:ext cx="8229600" cy="25384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2"/>
          <p:cNvSpPr>
            <a:spLocks noGrp="1"/>
          </p:cNvSpPr>
          <p:nvPr>
            <p:ph idx="10"/>
          </p:nvPr>
        </p:nvSpPr>
        <p:spPr>
          <a:xfrm>
            <a:off x="457200" y="3962400"/>
            <a:ext cx="2667000" cy="25384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2"/>
          <p:cNvSpPr>
            <a:spLocks noGrp="1"/>
          </p:cNvSpPr>
          <p:nvPr>
            <p:ph idx="11"/>
          </p:nvPr>
        </p:nvSpPr>
        <p:spPr>
          <a:xfrm>
            <a:off x="3352800" y="3962400"/>
            <a:ext cx="2667000" cy="25384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Content Placeholder 2"/>
          <p:cNvSpPr>
            <a:spLocks noGrp="1"/>
          </p:cNvSpPr>
          <p:nvPr>
            <p:ph idx="12"/>
          </p:nvPr>
        </p:nvSpPr>
        <p:spPr>
          <a:xfrm>
            <a:off x="6248400" y="3962400"/>
            <a:ext cx="2667000" cy="25384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92952206"/>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4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Content Placeholder 2"/>
          <p:cNvSpPr>
            <a:spLocks noGrp="1"/>
          </p:cNvSpPr>
          <p:nvPr>
            <p:ph idx="1"/>
          </p:nvPr>
        </p:nvSpPr>
        <p:spPr>
          <a:xfrm>
            <a:off x="457200" y="1195349"/>
            <a:ext cx="8229600" cy="17002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p:cNvSpPr>
            <a:spLocks noGrp="1"/>
          </p:cNvSpPr>
          <p:nvPr>
            <p:ph idx="10"/>
          </p:nvPr>
        </p:nvSpPr>
        <p:spPr>
          <a:xfrm>
            <a:off x="457200" y="3124200"/>
            <a:ext cx="8229600" cy="17002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82480512"/>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4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Content Placeholder 2"/>
          <p:cNvSpPr>
            <a:spLocks noGrp="1"/>
          </p:cNvSpPr>
          <p:nvPr>
            <p:ph idx="1"/>
          </p:nvPr>
        </p:nvSpPr>
        <p:spPr>
          <a:xfrm>
            <a:off x="457200" y="1195349"/>
            <a:ext cx="3886200" cy="45958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2"/>
          <p:cNvSpPr>
            <a:spLocks noGrp="1"/>
          </p:cNvSpPr>
          <p:nvPr>
            <p:ph idx="10"/>
          </p:nvPr>
        </p:nvSpPr>
        <p:spPr>
          <a:xfrm>
            <a:off x="4648200" y="1219200"/>
            <a:ext cx="3886200" cy="45958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62567164"/>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4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Lead-in Head, and Bulleted List">
    <p:spTree>
      <p:nvGrpSpPr>
        <p:cNvPr id="1" name=""/>
        <p:cNvGrpSpPr/>
        <p:nvPr/>
      </p:nvGrpSpPr>
      <p:grpSpPr>
        <a:xfrm>
          <a:off x="0" y="0"/>
          <a:ext cx="0" cy="0"/>
          <a:chOff x="0" y="0"/>
          <a:chExt cx="0" cy="0"/>
        </a:xfrm>
      </p:grpSpPr>
      <p:sp>
        <p:nvSpPr>
          <p:cNvPr id="8"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6" name="Text Placeholder 5"/>
          <p:cNvSpPr>
            <a:spLocks noGrp="1"/>
          </p:cNvSpPr>
          <p:nvPr>
            <p:ph type="body" sz="quarter" idx="11"/>
          </p:nvPr>
        </p:nvSpPr>
        <p:spPr>
          <a:xfrm>
            <a:off x="457200" y="1295400"/>
            <a:ext cx="8229600" cy="381000"/>
          </a:xfrm>
        </p:spPr>
        <p:txBody>
          <a:bodyPr anchor="ctr">
            <a:noAutofit/>
          </a:bodyPr>
          <a:lstStyle>
            <a:lvl1pPr marL="346075" indent="0">
              <a:buNone/>
              <a:defRPr sz="3200"/>
            </a:lvl1pPr>
          </a:lstStyle>
          <a:p>
            <a:pPr lvl="0"/>
            <a:r>
              <a:rPr lang="en-US"/>
              <a:t>Click to edit Master text styles</a:t>
            </a:r>
          </a:p>
        </p:txBody>
      </p:sp>
      <p:sp>
        <p:nvSpPr>
          <p:cNvPr id="3" name="Content Placeholder 2"/>
          <p:cNvSpPr>
            <a:spLocks noGrp="1"/>
          </p:cNvSpPr>
          <p:nvPr>
            <p:ph idx="1"/>
          </p:nvPr>
        </p:nvSpPr>
        <p:spPr>
          <a:xfrm>
            <a:off x="457200" y="1741449"/>
            <a:ext cx="8229600" cy="4068763"/>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1827765"/>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Lead-in Head, and Bulleted List">
    <p:spTree>
      <p:nvGrpSpPr>
        <p:cNvPr id="1" name=""/>
        <p:cNvGrpSpPr/>
        <p:nvPr/>
      </p:nvGrpSpPr>
      <p:grpSpPr>
        <a:xfrm>
          <a:off x="0" y="0"/>
          <a:ext cx="0" cy="0"/>
          <a:chOff x="0" y="0"/>
          <a:chExt cx="0" cy="0"/>
        </a:xfrm>
      </p:grpSpPr>
      <p:sp>
        <p:nvSpPr>
          <p:cNvPr id="8"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6" name="Text Placeholder 5"/>
          <p:cNvSpPr>
            <a:spLocks noGrp="1"/>
          </p:cNvSpPr>
          <p:nvPr>
            <p:ph type="body" sz="quarter" idx="11"/>
          </p:nvPr>
        </p:nvSpPr>
        <p:spPr>
          <a:xfrm>
            <a:off x="457200" y="1295400"/>
            <a:ext cx="8229600" cy="381000"/>
          </a:xfrm>
        </p:spPr>
        <p:txBody>
          <a:bodyPr anchor="ctr">
            <a:noAutofit/>
          </a:bodyPr>
          <a:lstStyle>
            <a:lvl1pPr marL="346075" indent="0">
              <a:buNone/>
              <a:defRPr sz="3200"/>
            </a:lvl1pPr>
          </a:lstStyle>
          <a:p>
            <a:pPr lvl="0"/>
            <a:r>
              <a:rPr lang="en-US"/>
              <a:t>Click to edit Master text styles</a:t>
            </a:r>
          </a:p>
        </p:txBody>
      </p:sp>
      <p:sp>
        <p:nvSpPr>
          <p:cNvPr id="3" name="Content Placeholder 2"/>
          <p:cNvSpPr>
            <a:spLocks noGrp="1"/>
          </p:cNvSpPr>
          <p:nvPr>
            <p:ph idx="1"/>
          </p:nvPr>
        </p:nvSpPr>
        <p:spPr>
          <a:xfrm>
            <a:off x="457200" y="1741449"/>
            <a:ext cx="8229600" cy="19161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p:cNvSpPr>
            <a:spLocks noGrp="1"/>
          </p:cNvSpPr>
          <p:nvPr>
            <p:ph idx="12"/>
          </p:nvPr>
        </p:nvSpPr>
        <p:spPr>
          <a:xfrm>
            <a:off x="457200" y="3886200"/>
            <a:ext cx="8229600" cy="2005051"/>
          </a:xfrm>
        </p:spPr>
        <p:txBody>
          <a:bodyPr/>
          <a:lstStyle>
            <a:lvl2pPr marL="914400" indent="-290513">
              <a:defRPr>
                <a:solidFill>
                  <a:schemeClr val="tx1">
                    <a:lumMod val="75000"/>
                  </a:schemeClr>
                </a:solidFill>
              </a:defRPr>
            </a:lvl2pPr>
            <a:lvl3pPr marL="1260475" indent="-290513">
              <a:defRPr sz="2400">
                <a:solidFill>
                  <a:schemeClr val="tx1">
                    <a:lumMod val="75000"/>
                  </a:schemeClr>
                </a:solidFill>
              </a:defRPr>
            </a:lvl3pPr>
            <a:lvl4pPr marL="1600200" indent="-228600">
              <a:buFont typeface="Wingdings" panose="05000000000000000000" pitchFamily="2" charset="2"/>
              <a:buChar char="§"/>
              <a:defRPr sz="2000">
                <a:solidFill>
                  <a:schemeClr val="tx1">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78941078"/>
      </p:ext>
    </p:extLst>
  </p:cSld>
  <p:clrMapOvr>
    <a:masterClrMapping/>
  </p:clrMapOvr>
  <p:extLst>
    <p:ext uri="{DCECCB84-F9BA-43D5-87BE-67443E8EF086}">
      <p15:sldGuideLst xmlns:p15="http://schemas.microsoft.com/office/powerpoint/2012/main">
        <p15:guide id="1" orient="horz" pos="1008">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Bulleted Lists">
    <p:spTree>
      <p:nvGrpSpPr>
        <p:cNvPr id="1" name=""/>
        <p:cNvGrpSpPr/>
        <p:nvPr/>
      </p:nvGrpSpPr>
      <p:grpSpPr>
        <a:xfrm>
          <a:off x="0" y="0"/>
          <a:ext cx="0" cy="0"/>
          <a:chOff x="0" y="0"/>
          <a:chExt cx="0" cy="0"/>
        </a:xfrm>
      </p:grpSpPr>
      <p:sp>
        <p:nvSpPr>
          <p:cNvPr id="6"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sz="half" idx="1"/>
          </p:nvPr>
        </p:nvSpPr>
        <p:spPr>
          <a:xfrm>
            <a:off x="756356" y="1143000"/>
            <a:ext cx="4038600" cy="4525963"/>
          </a:xfrm>
        </p:spPr>
        <p:txBody>
          <a:bodyPr>
            <a:normAutofit/>
          </a:bodyPr>
          <a:lstStyle>
            <a:lvl1pPr marL="290513" indent="-290513">
              <a:defRPr sz="2800">
                <a:solidFill>
                  <a:schemeClr val="tx1">
                    <a:lumMod val="75000"/>
                  </a:schemeClr>
                </a:solidFill>
              </a:defRPr>
            </a:lvl1pPr>
            <a:lvl2pPr marL="512763" indent="-222250">
              <a:defRPr sz="2400">
                <a:solidFill>
                  <a:schemeClr val="tx1">
                    <a:lumMod val="75000"/>
                  </a:schemeClr>
                </a:solidFill>
              </a:defRPr>
            </a:lvl2pPr>
            <a:lvl3pPr marL="803275" indent="-290513">
              <a:tabLst>
                <a:tab pos="803275" algn="l"/>
                <a:tab pos="858838" algn="l"/>
              </a:tabLst>
              <a:defRPr sz="2000">
                <a:solidFill>
                  <a:schemeClr val="tx1">
                    <a:lumMod val="75000"/>
                  </a:schemeClr>
                </a:solidFill>
              </a:defRPr>
            </a:lvl3pPr>
            <a:lvl4pPr marL="1081088" indent="-277813">
              <a:buFont typeface="Wingdings" panose="05000000000000000000" pitchFamily="2" charset="2"/>
              <a:buChar char="§"/>
              <a:defRPr sz="1800">
                <a:solidFill>
                  <a:schemeClr val="tx1">
                    <a:lumMod val="75000"/>
                  </a:schemeClr>
                </a:solidFill>
              </a:defRPr>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5023556" y="1143000"/>
            <a:ext cx="4038600" cy="4525963"/>
          </a:xfrm>
        </p:spPr>
        <p:txBody>
          <a:bodyPr>
            <a:normAutofit/>
          </a:bodyPr>
          <a:lstStyle>
            <a:lvl1pPr marL="282575" indent="-282575">
              <a:defRPr lang="en-US" sz="2800" kern="2000" dirty="0" smtClean="0">
                <a:solidFill>
                  <a:schemeClr val="tx1">
                    <a:lumMod val="75000"/>
                  </a:schemeClr>
                </a:solidFill>
                <a:latin typeface="+mn-lt"/>
                <a:ea typeface="+mn-ea"/>
                <a:cs typeface="+mn-cs"/>
              </a:defRPr>
            </a:lvl1pPr>
            <a:lvl2pPr marL="511175" indent="-220663">
              <a:defRPr lang="en-US" sz="2400" kern="1200" dirty="0" smtClean="0">
                <a:solidFill>
                  <a:schemeClr val="tx1">
                    <a:lumMod val="75000"/>
                  </a:schemeClr>
                </a:solidFill>
                <a:latin typeface="+mn-lt"/>
                <a:ea typeface="+mn-ea"/>
                <a:cs typeface="+mn-cs"/>
              </a:defRPr>
            </a:lvl2pPr>
            <a:lvl3pPr marL="804863" indent="-293688">
              <a:defRPr lang="en-US" sz="2000" kern="1200" baseline="0" dirty="0" smtClean="0">
                <a:solidFill>
                  <a:schemeClr val="tx1">
                    <a:lumMod val="75000"/>
                  </a:schemeClr>
                </a:solidFill>
                <a:latin typeface="+mn-lt"/>
                <a:ea typeface="+mn-ea"/>
                <a:cs typeface="+mn-cs"/>
              </a:defRPr>
            </a:lvl3pPr>
            <a:lvl4pPr marL="1089025" indent="-285750">
              <a:buFont typeface="Wingdings" panose="05000000000000000000" pitchFamily="2" charset="2"/>
              <a:buChar char="§"/>
              <a:defRPr lang="en-US" sz="1800" kern="1200" dirty="0" smtClean="0">
                <a:solidFill>
                  <a:schemeClr val="tx1">
                    <a:lumMod val="75000"/>
                  </a:schemeClr>
                </a:solidFill>
                <a:latin typeface="+mn-lt"/>
                <a:ea typeface="+mn-ea"/>
                <a:cs typeface="+mn-cs"/>
              </a:defRPr>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034639"/>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Bulleted Lists">
    <p:spTree>
      <p:nvGrpSpPr>
        <p:cNvPr id="1" name=""/>
        <p:cNvGrpSpPr/>
        <p:nvPr/>
      </p:nvGrpSpPr>
      <p:grpSpPr>
        <a:xfrm>
          <a:off x="0" y="0"/>
          <a:ext cx="0" cy="0"/>
          <a:chOff x="0" y="0"/>
          <a:chExt cx="0" cy="0"/>
        </a:xfrm>
      </p:grpSpPr>
      <p:sp>
        <p:nvSpPr>
          <p:cNvPr id="6"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sz="half" idx="1"/>
          </p:nvPr>
        </p:nvSpPr>
        <p:spPr>
          <a:xfrm>
            <a:off x="685800" y="990600"/>
            <a:ext cx="4038600" cy="1219201"/>
          </a:xfrm>
        </p:spPr>
        <p:txBody>
          <a:bodyPr>
            <a:normAutofit/>
          </a:bodyPr>
          <a:lstStyle>
            <a:lvl1pPr marL="290513" indent="-290513">
              <a:defRPr sz="2800">
                <a:solidFill>
                  <a:schemeClr val="tx1">
                    <a:lumMod val="75000"/>
                  </a:schemeClr>
                </a:solidFill>
              </a:defRPr>
            </a:lvl1pPr>
            <a:lvl2pPr marL="512763" indent="-222250">
              <a:defRPr sz="2400">
                <a:solidFill>
                  <a:schemeClr val="tx1">
                    <a:lumMod val="75000"/>
                  </a:schemeClr>
                </a:solidFill>
              </a:defRPr>
            </a:lvl2pPr>
            <a:lvl3pPr marL="803275" indent="-290513">
              <a:tabLst>
                <a:tab pos="803275" algn="l"/>
                <a:tab pos="858838" algn="l"/>
              </a:tabLst>
              <a:defRPr sz="2000">
                <a:solidFill>
                  <a:schemeClr val="tx1">
                    <a:lumMod val="75000"/>
                  </a:schemeClr>
                </a:solidFill>
              </a:defRPr>
            </a:lvl3pPr>
            <a:lvl4pPr marL="1081088" indent="-277813">
              <a:buFont typeface="Wingdings" panose="05000000000000000000" pitchFamily="2" charset="2"/>
              <a:buChar char="§"/>
              <a:defRPr sz="1800">
                <a:solidFill>
                  <a:schemeClr val="tx1">
                    <a:lumMod val="75000"/>
                  </a:schemeClr>
                </a:solidFill>
              </a:defRPr>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5023556" y="2666999"/>
            <a:ext cx="4038600" cy="1752601"/>
          </a:xfrm>
        </p:spPr>
        <p:txBody>
          <a:bodyPr>
            <a:normAutofit/>
          </a:bodyPr>
          <a:lstStyle>
            <a:lvl1pPr marL="282575" indent="-282575">
              <a:defRPr lang="en-US" sz="2800" kern="2000" dirty="0" smtClean="0">
                <a:solidFill>
                  <a:schemeClr val="tx1">
                    <a:lumMod val="75000"/>
                  </a:schemeClr>
                </a:solidFill>
                <a:latin typeface="+mn-lt"/>
                <a:ea typeface="+mn-ea"/>
                <a:cs typeface="+mn-cs"/>
              </a:defRPr>
            </a:lvl1pPr>
            <a:lvl2pPr marL="511175" indent="-220663">
              <a:defRPr lang="en-US" sz="2400" kern="1200" dirty="0" smtClean="0">
                <a:solidFill>
                  <a:schemeClr val="tx1">
                    <a:lumMod val="75000"/>
                  </a:schemeClr>
                </a:solidFill>
                <a:latin typeface="+mn-lt"/>
                <a:ea typeface="+mn-ea"/>
                <a:cs typeface="+mn-cs"/>
              </a:defRPr>
            </a:lvl2pPr>
            <a:lvl3pPr marL="804863" indent="-293688">
              <a:defRPr lang="en-US" sz="2000" kern="1200" baseline="0" dirty="0" smtClean="0">
                <a:solidFill>
                  <a:schemeClr val="tx1">
                    <a:lumMod val="75000"/>
                  </a:schemeClr>
                </a:solidFill>
                <a:latin typeface="+mn-lt"/>
                <a:ea typeface="+mn-ea"/>
                <a:cs typeface="+mn-cs"/>
              </a:defRPr>
            </a:lvl3pPr>
            <a:lvl4pPr marL="1089025" indent="-285750">
              <a:buFont typeface="Wingdings" panose="05000000000000000000" pitchFamily="2" charset="2"/>
              <a:buChar char="§"/>
              <a:defRPr lang="en-US" sz="1800" kern="1200" dirty="0" smtClean="0">
                <a:solidFill>
                  <a:schemeClr val="tx1">
                    <a:lumMod val="75000"/>
                  </a:schemeClr>
                </a:solidFill>
                <a:latin typeface="+mn-lt"/>
                <a:ea typeface="+mn-ea"/>
                <a:cs typeface="+mn-cs"/>
              </a:defRPr>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Content Placeholder 2"/>
          <p:cNvSpPr>
            <a:spLocks noGrp="1"/>
          </p:cNvSpPr>
          <p:nvPr>
            <p:ph sz="half" idx="10"/>
          </p:nvPr>
        </p:nvSpPr>
        <p:spPr>
          <a:xfrm>
            <a:off x="908756" y="4572000"/>
            <a:ext cx="7397044" cy="1249363"/>
          </a:xfrm>
        </p:spPr>
        <p:txBody>
          <a:bodyPr>
            <a:normAutofit/>
          </a:bodyPr>
          <a:lstStyle>
            <a:lvl1pPr marL="290513" indent="-290513">
              <a:defRPr sz="2800">
                <a:solidFill>
                  <a:schemeClr val="tx1">
                    <a:lumMod val="75000"/>
                  </a:schemeClr>
                </a:solidFill>
              </a:defRPr>
            </a:lvl1pPr>
            <a:lvl2pPr marL="512763" indent="-222250">
              <a:defRPr sz="2400">
                <a:solidFill>
                  <a:schemeClr val="tx1">
                    <a:lumMod val="75000"/>
                  </a:schemeClr>
                </a:solidFill>
              </a:defRPr>
            </a:lvl2pPr>
            <a:lvl3pPr marL="803275" indent="-290513">
              <a:tabLst>
                <a:tab pos="803275" algn="l"/>
                <a:tab pos="858838" algn="l"/>
              </a:tabLst>
              <a:defRPr sz="2000">
                <a:solidFill>
                  <a:schemeClr val="tx1">
                    <a:lumMod val="75000"/>
                  </a:schemeClr>
                </a:solidFill>
              </a:defRPr>
            </a:lvl3pPr>
            <a:lvl4pPr marL="1081088" indent="-277813">
              <a:buFont typeface="Wingdings" panose="05000000000000000000" pitchFamily="2" charset="2"/>
              <a:buChar char="§"/>
              <a:defRPr sz="1800">
                <a:solidFill>
                  <a:schemeClr val="tx1">
                    <a:lumMod val="75000"/>
                  </a:schemeClr>
                </a:solidFill>
              </a:defRPr>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sz="half" idx="11"/>
          </p:nvPr>
        </p:nvSpPr>
        <p:spPr>
          <a:xfrm>
            <a:off x="838200" y="2590800"/>
            <a:ext cx="4038600" cy="3276600"/>
          </a:xfrm>
        </p:spPr>
        <p:txBody>
          <a:bodyPr>
            <a:normAutofit/>
          </a:bodyPr>
          <a:lstStyle>
            <a:lvl1pPr marL="290513" indent="-290513">
              <a:defRPr sz="2800">
                <a:solidFill>
                  <a:schemeClr val="tx1">
                    <a:lumMod val="75000"/>
                  </a:schemeClr>
                </a:solidFill>
              </a:defRPr>
            </a:lvl1pPr>
            <a:lvl2pPr marL="512763" indent="-222250">
              <a:defRPr sz="2400">
                <a:solidFill>
                  <a:schemeClr val="tx1">
                    <a:lumMod val="75000"/>
                  </a:schemeClr>
                </a:solidFill>
              </a:defRPr>
            </a:lvl2pPr>
            <a:lvl3pPr marL="803275" indent="-290513">
              <a:tabLst>
                <a:tab pos="803275" algn="l"/>
                <a:tab pos="858838" algn="l"/>
              </a:tabLst>
              <a:defRPr sz="2000">
                <a:solidFill>
                  <a:schemeClr val="tx1">
                    <a:lumMod val="75000"/>
                  </a:schemeClr>
                </a:solidFill>
              </a:defRPr>
            </a:lvl3pPr>
            <a:lvl4pPr marL="1081088" indent="-277813">
              <a:buFont typeface="Wingdings" panose="05000000000000000000" pitchFamily="2" charset="2"/>
              <a:buChar char="§"/>
              <a:defRPr sz="1800">
                <a:solidFill>
                  <a:schemeClr val="tx1">
                    <a:lumMod val="75000"/>
                  </a:schemeClr>
                </a:solidFill>
              </a:defRPr>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08522837"/>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Bulleted Lists with Heads">
    <p:spTree>
      <p:nvGrpSpPr>
        <p:cNvPr id="1" name=""/>
        <p:cNvGrpSpPr/>
        <p:nvPr/>
      </p:nvGrpSpPr>
      <p:grpSpPr>
        <a:xfrm>
          <a:off x="0" y="0"/>
          <a:ext cx="0" cy="0"/>
          <a:chOff x="0" y="0"/>
          <a:chExt cx="0" cy="0"/>
        </a:xfrm>
      </p:grpSpPr>
      <p:sp>
        <p:nvSpPr>
          <p:cNvPr id="8"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Text Placeholder 3"/>
          <p:cNvSpPr>
            <a:spLocks noGrp="1"/>
          </p:cNvSpPr>
          <p:nvPr>
            <p:ph type="body" sz="quarter" idx="15" hasCustomPrompt="1"/>
          </p:nvPr>
        </p:nvSpPr>
        <p:spPr>
          <a:xfrm>
            <a:off x="755650" y="1173163"/>
            <a:ext cx="4044950" cy="639762"/>
          </a:xfrm>
        </p:spPr>
        <p:txBody>
          <a:bodyPr/>
          <a:lstStyle>
            <a:lvl1pPr marL="0" indent="0">
              <a:buNone/>
              <a:defRPr sz="2800" b="1"/>
            </a:lvl1pPr>
          </a:lstStyle>
          <a:p>
            <a:pPr lvl="0"/>
            <a:r>
              <a:rPr lang="en-US" dirty="0"/>
              <a:t>Click to add text</a:t>
            </a:r>
          </a:p>
        </p:txBody>
      </p:sp>
      <p:sp>
        <p:nvSpPr>
          <p:cNvPr id="7" name="Content Placeholder 6"/>
          <p:cNvSpPr>
            <a:spLocks noGrp="1"/>
          </p:cNvSpPr>
          <p:nvPr>
            <p:ph sz="quarter" idx="16"/>
          </p:nvPr>
        </p:nvSpPr>
        <p:spPr>
          <a:xfrm>
            <a:off x="755650" y="1901825"/>
            <a:ext cx="4044950" cy="3962400"/>
          </a:xfrm>
        </p:spPr>
        <p:txBody>
          <a:bodyPr/>
          <a:lstStyle>
            <a:lvl1pPr marL="237744">
              <a:defRPr sz="2800"/>
            </a:lvl1pPr>
            <a:lvl2pPr marL="457200" indent="-219456">
              <a:defRPr sz="2400"/>
            </a:lvl2pPr>
            <a:lvl3pPr marL="685800" indent="-237744">
              <a:defRPr sz="2000"/>
            </a:lvl3pPr>
          </a:lstStyle>
          <a:p>
            <a:pPr lvl="0"/>
            <a:r>
              <a:rPr lang="en-US"/>
              <a:t>Click to edit Master text styles</a:t>
            </a:r>
          </a:p>
          <a:p>
            <a:pPr lvl="1"/>
            <a:r>
              <a:rPr lang="en-US"/>
              <a:t>Second level</a:t>
            </a:r>
          </a:p>
          <a:p>
            <a:pPr lvl="2"/>
            <a:r>
              <a:rPr lang="en-US"/>
              <a:t>Third level</a:t>
            </a:r>
          </a:p>
        </p:txBody>
      </p:sp>
      <p:sp>
        <p:nvSpPr>
          <p:cNvPr id="10" name="Text Placeholder 9"/>
          <p:cNvSpPr>
            <a:spLocks noGrp="1"/>
          </p:cNvSpPr>
          <p:nvPr>
            <p:ph type="body" sz="quarter" idx="17" hasCustomPrompt="1"/>
          </p:nvPr>
        </p:nvSpPr>
        <p:spPr>
          <a:xfrm>
            <a:off x="4953000" y="1181100"/>
            <a:ext cx="4038600" cy="660400"/>
          </a:xfrm>
        </p:spPr>
        <p:txBody>
          <a:bodyPr/>
          <a:lstStyle>
            <a:lvl1pPr marL="0" indent="0">
              <a:buNone/>
              <a:defRPr sz="2800" b="1"/>
            </a:lvl1pPr>
          </a:lstStyle>
          <a:p>
            <a:pPr lvl="0"/>
            <a:r>
              <a:rPr lang="en-US" dirty="0"/>
              <a:t>Click to add text</a:t>
            </a:r>
          </a:p>
        </p:txBody>
      </p:sp>
      <p:sp>
        <p:nvSpPr>
          <p:cNvPr id="13" name="Content Placeholder 12"/>
          <p:cNvSpPr>
            <a:spLocks noGrp="1"/>
          </p:cNvSpPr>
          <p:nvPr>
            <p:ph sz="quarter" idx="18"/>
          </p:nvPr>
        </p:nvSpPr>
        <p:spPr>
          <a:xfrm>
            <a:off x="4953000" y="1901825"/>
            <a:ext cx="4038600" cy="3962400"/>
          </a:xfrm>
        </p:spPr>
        <p:txBody>
          <a:bodyPr/>
          <a:lstStyle>
            <a:lvl1pPr marL="237744" indent="-274320">
              <a:defRPr sz="2800"/>
            </a:lvl1pPr>
            <a:lvl2pPr marL="457200" indent="-219456">
              <a:defRPr sz="2400"/>
            </a:lvl2pPr>
            <a:lvl3pPr marL="685800" indent="-237744">
              <a:defRPr sz="20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38424730"/>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ed List and Figure">
    <p:spTree>
      <p:nvGrpSpPr>
        <p:cNvPr id="1" name=""/>
        <p:cNvGrpSpPr/>
        <p:nvPr/>
      </p:nvGrpSpPr>
      <p:grpSpPr>
        <a:xfrm>
          <a:off x="0" y="0"/>
          <a:ext cx="0" cy="0"/>
          <a:chOff x="0" y="0"/>
          <a:chExt cx="0" cy="0"/>
        </a:xfrm>
      </p:grpSpPr>
      <p:sp>
        <p:nvSpPr>
          <p:cNvPr id="6"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sz="half" idx="1"/>
          </p:nvPr>
        </p:nvSpPr>
        <p:spPr>
          <a:xfrm>
            <a:off x="762000" y="1219200"/>
            <a:ext cx="4038600" cy="4525963"/>
          </a:xfrm>
        </p:spPr>
        <p:txBody>
          <a:bodyPr>
            <a:normAutofit/>
          </a:bodyPr>
          <a:lstStyle>
            <a:lvl1pPr marL="290513" indent="-290513">
              <a:defRPr sz="2800">
                <a:solidFill>
                  <a:schemeClr val="tx1">
                    <a:lumMod val="75000"/>
                  </a:schemeClr>
                </a:solidFill>
              </a:defRPr>
            </a:lvl1pPr>
            <a:lvl2pPr marL="512763" indent="-222250">
              <a:defRPr sz="2400">
                <a:solidFill>
                  <a:schemeClr val="tx1">
                    <a:lumMod val="75000"/>
                  </a:schemeClr>
                </a:solidFill>
              </a:defRPr>
            </a:lvl2pPr>
            <a:lvl3pPr marL="803275" indent="-290513">
              <a:tabLst>
                <a:tab pos="803275" algn="l"/>
                <a:tab pos="858838" algn="l"/>
              </a:tabLst>
              <a:defRPr sz="2000">
                <a:solidFill>
                  <a:schemeClr val="tx1">
                    <a:lumMod val="75000"/>
                  </a:schemeClr>
                </a:solidFill>
              </a:defRPr>
            </a:lvl3pPr>
            <a:lvl4pPr marL="1081088" indent="-277813">
              <a:buFont typeface="Wingdings" panose="05000000000000000000" pitchFamily="2" charset="2"/>
              <a:buChar char="§"/>
              <a:defRPr sz="1800">
                <a:solidFill>
                  <a:schemeClr val="tx1">
                    <a:lumMod val="75000"/>
                  </a:schemeClr>
                </a:solidFill>
              </a:defRPr>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p:cNvSpPr>
            <a:spLocks noGrp="1"/>
          </p:cNvSpPr>
          <p:nvPr>
            <p:ph type="pic" sz="quarter" idx="12"/>
          </p:nvPr>
        </p:nvSpPr>
        <p:spPr>
          <a:xfrm>
            <a:off x="4953000" y="1219200"/>
            <a:ext cx="3733800" cy="4526280"/>
          </a:xfrm>
        </p:spPr>
        <p:txBody>
          <a:bodyPr rtlCol="0">
            <a:normAutofit/>
          </a:bodyPr>
          <a:lstStyle/>
          <a:p>
            <a:pPr lvl="0"/>
            <a:r>
              <a:rPr lang="en-US" noProof="0"/>
              <a:t>Click icon to add picture</a:t>
            </a:r>
            <a:endParaRPr lang="en-US" noProof="0" dirty="0"/>
          </a:p>
        </p:txBody>
      </p:sp>
    </p:spTree>
    <p:extLst>
      <p:ext uri="{BB962C8B-B14F-4D97-AF65-F5344CB8AC3E}">
        <p14:creationId xmlns:p14="http://schemas.microsoft.com/office/powerpoint/2010/main" val="275367672"/>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Fig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7" name="Picture Placeholder 6"/>
          <p:cNvSpPr>
            <a:spLocks noGrp="1"/>
          </p:cNvSpPr>
          <p:nvPr>
            <p:ph type="pic" sz="quarter" idx="13"/>
          </p:nvPr>
        </p:nvSpPr>
        <p:spPr>
          <a:xfrm>
            <a:off x="762000" y="1326995"/>
            <a:ext cx="3505200" cy="4540405"/>
          </a:xfrm>
        </p:spPr>
        <p:txBody>
          <a:bodyPr rtlCol="0">
            <a:normAutofit/>
          </a:bodyPr>
          <a:lstStyle/>
          <a:p>
            <a:pPr lvl="0"/>
            <a:r>
              <a:rPr lang="en-US" noProof="0"/>
              <a:t>Click icon to add picture</a:t>
            </a:r>
            <a:endParaRPr lang="en-US" noProof="0" dirty="0"/>
          </a:p>
        </p:txBody>
      </p:sp>
      <p:sp>
        <p:nvSpPr>
          <p:cNvPr id="6" name="Text Placeholder 5"/>
          <p:cNvSpPr>
            <a:spLocks noGrp="1"/>
          </p:cNvSpPr>
          <p:nvPr>
            <p:ph type="body" sz="quarter" idx="16" hasCustomPrompt="1"/>
          </p:nvPr>
        </p:nvSpPr>
        <p:spPr>
          <a:xfrm>
            <a:off x="4495800" y="3200400"/>
            <a:ext cx="4495800" cy="838200"/>
          </a:xfrm>
        </p:spPr>
        <p:txBody>
          <a:bodyPr/>
          <a:lstStyle>
            <a:lvl1pPr marL="346075" indent="0">
              <a:buNone/>
              <a:defRPr/>
            </a:lvl1pPr>
          </a:lstStyle>
          <a:p>
            <a:pPr lvl="0"/>
            <a:r>
              <a:rPr lang="en-US" dirty="0"/>
              <a:t>Click to add Caption</a:t>
            </a:r>
          </a:p>
        </p:txBody>
      </p:sp>
    </p:spTree>
    <p:extLst>
      <p:ext uri="{BB962C8B-B14F-4D97-AF65-F5344CB8AC3E}">
        <p14:creationId xmlns:p14="http://schemas.microsoft.com/office/powerpoint/2010/main" val="1351710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Table Placeholder 7"/>
          <p:cNvSpPr>
            <a:spLocks noGrp="1"/>
          </p:cNvSpPr>
          <p:nvPr>
            <p:ph type="tbl" sz="quarter" idx="14"/>
          </p:nvPr>
        </p:nvSpPr>
        <p:spPr>
          <a:xfrm>
            <a:off x="762000" y="1338147"/>
            <a:ext cx="7620000" cy="4572000"/>
          </a:xfrm>
        </p:spPr>
        <p:txBody>
          <a:bodyPr rtlCol="0">
            <a:normAutofit/>
          </a:bodyPr>
          <a:lstStyle/>
          <a:p>
            <a:pPr lvl="0"/>
            <a:r>
              <a:rPr lang="en-US" noProof="0"/>
              <a:t>Click icon to add table</a:t>
            </a:r>
            <a:endParaRPr lang="en-US" noProof="0" dirty="0"/>
          </a:p>
        </p:txBody>
      </p:sp>
    </p:spTree>
    <p:extLst>
      <p:ext uri="{BB962C8B-B14F-4D97-AF65-F5344CB8AC3E}">
        <p14:creationId xmlns:p14="http://schemas.microsoft.com/office/powerpoint/2010/main" val="248584152"/>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7"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4" name="Text Placeholder 3"/>
          <p:cNvSpPr>
            <a:spLocks noGrp="1"/>
          </p:cNvSpPr>
          <p:nvPr>
            <p:ph type="body" sz="quarter" idx="10" hasCustomPrompt="1"/>
          </p:nvPr>
        </p:nvSpPr>
        <p:spPr>
          <a:xfrm>
            <a:off x="457200" y="1181100"/>
            <a:ext cx="8534400" cy="457200"/>
          </a:xfrm>
        </p:spPr>
        <p:txBody>
          <a:bodyPr/>
          <a:lstStyle>
            <a:lvl1pPr marL="346075" indent="0">
              <a:buNone/>
              <a:defRPr b="1"/>
            </a:lvl1pPr>
          </a:lstStyle>
          <a:p>
            <a:pPr lvl="0"/>
            <a:r>
              <a:rPr lang="en-US" dirty="0"/>
              <a:t>Click to add Question</a:t>
            </a:r>
          </a:p>
        </p:txBody>
      </p:sp>
      <p:sp>
        <p:nvSpPr>
          <p:cNvPr id="9" name="Content Placeholder 8"/>
          <p:cNvSpPr>
            <a:spLocks noGrp="1"/>
          </p:cNvSpPr>
          <p:nvPr>
            <p:ph sz="quarter" idx="11"/>
          </p:nvPr>
        </p:nvSpPr>
        <p:spPr>
          <a:xfrm>
            <a:off x="457200" y="2057400"/>
            <a:ext cx="8534400" cy="4038600"/>
          </a:xfrm>
        </p:spPr>
        <p:txBody>
          <a:bodyPr/>
          <a:lstStyle>
            <a:lvl1pPr marL="860425" indent="-514350">
              <a:buFont typeface="+mj-lt"/>
              <a:buAutoNum type="alphaUcPeriod"/>
              <a:defRPr/>
            </a:lvl1pPr>
          </a:lstStyle>
          <a:p>
            <a:pPr lvl="0"/>
            <a:r>
              <a:rPr lang="en-US"/>
              <a:t>Click to edit Master text styles</a:t>
            </a:r>
          </a:p>
        </p:txBody>
      </p:sp>
    </p:spTree>
    <p:extLst>
      <p:ext uri="{BB962C8B-B14F-4D97-AF65-F5344CB8AC3E}">
        <p14:creationId xmlns:p14="http://schemas.microsoft.com/office/powerpoint/2010/main" val="2175702165"/>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5"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9" name="Text Placeholder 8"/>
          <p:cNvSpPr>
            <a:spLocks noGrp="1"/>
          </p:cNvSpPr>
          <p:nvPr>
            <p:ph type="body" sz="quarter" idx="10" hasCustomPrompt="1"/>
          </p:nvPr>
        </p:nvSpPr>
        <p:spPr>
          <a:xfrm>
            <a:off x="457200" y="1219200"/>
            <a:ext cx="8534400" cy="381000"/>
          </a:xfrm>
        </p:spPr>
        <p:txBody>
          <a:bodyPr/>
          <a:lstStyle>
            <a:lvl1pPr marL="346075" indent="0">
              <a:buNone/>
              <a:defRPr/>
            </a:lvl1pPr>
          </a:lstStyle>
          <a:p>
            <a:pPr lvl="0"/>
            <a:r>
              <a:rPr lang="en-US" dirty="0"/>
              <a:t>Click to answer</a:t>
            </a:r>
          </a:p>
        </p:txBody>
      </p:sp>
      <p:sp>
        <p:nvSpPr>
          <p:cNvPr id="13" name="Content Placeholder 12"/>
          <p:cNvSpPr>
            <a:spLocks noGrp="1"/>
          </p:cNvSpPr>
          <p:nvPr>
            <p:ph sz="quarter" idx="11"/>
          </p:nvPr>
        </p:nvSpPr>
        <p:spPr>
          <a:xfrm>
            <a:off x="457200" y="2057400"/>
            <a:ext cx="8534400" cy="4038600"/>
          </a:xfrm>
        </p:spPr>
        <p:txBody>
          <a:bodyPr/>
          <a:lstStyle>
            <a:lvl1pPr marL="346075" indent="0">
              <a:buNone/>
              <a:defRPr/>
            </a:lvl1pPr>
          </a:lstStyle>
          <a:p>
            <a:pPr lvl="0"/>
            <a:r>
              <a:rPr lang="en-US"/>
              <a:t>Click to edit Master text styles</a:t>
            </a:r>
          </a:p>
        </p:txBody>
      </p:sp>
    </p:spTree>
    <p:extLst>
      <p:ext uri="{BB962C8B-B14F-4D97-AF65-F5344CB8AC3E}">
        <p14:creationId xmlns:p14="http://schemas.microsoft.com/office/powerpoint/2010/main" val="1295770433"/>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ickerCheck">
    <p:spTree>
      <p:nvGrpSpPr>
        <p:cNvPr id="1" name=""/>
        <p:cNvGrpSpPr/>
        <p:nvPr/>
      </p:nvGrpSpPr>
      <p:grpSpPr>
        <a:xfrm>
          <a:off x="0" y="0"/>
          <a:ext cx="0" cy="0"/>
          <a:chOff x="0" y="0"/>
          <a:chExt cx="0" cy="0"/>
        </a:xfrm>
      </p:grpSpPr>
      <p:sp>
        <p:nvSpPr>
          <p:cNvPr id="7" name="Title 1"/>
          <p:cNvSpPr>
            <a:spLocks noGrp="1"/>
          </p:cNvSpPr>
          <p:nvPr>
            <p:ph type="title"/>
          </p:nvPr>
        </p:nvSpPr>
        <p:spPr>
          <a:xfrm>
            <a:off x="756356" y="234539"/>
            <a:ext cx="8235244"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defRPr lang="en-US" dirty="0"/>
            </a:lvl1pPr>
          </a:lstStyle>
          <a:p>
            <a:pPr lvl="0"/>
            <a:r>
              <a:rPr lang="en-US"/>
              <a:t>Click to edit Master title style</a:t>
            </a:r>
            <a:endParaRPr lang="en-US" dirty="0"/>
          </a:p>
        </p:txBody>
      </p:sp>
      <p:sp>
        <p:nvSpPr>
          <p:cNvPr id="6" name="Text Placeholder 5"/>
          <p:cNvSpPr>
            <a:spLocks noGrp="1"/>
          </p:cNvSpPr>
          <p:nvPr>
            <p:ph type="body" sz="quarter" idx="11"/>
          </p:nvPr>
        </p:nvSpPr>
        <p:spPr>
          <a:xfrm>
            <a:off x="457200" y="1295400"/>
            <a:ext cx="8229600" cy="381000"/>
          </a:xfrm>
        </p:spPr>
        <p:txBody>
          <a:bodyPr anchor="ctr">
            <a:noAutofit/>
          </a:bodyPr>
          <a:lstStyle>
            <a:lvl1pPr marL="346075" indent="0">
              <a:buFontTx/>
              <a:buNone/>
              <a:defRPr sz="3200" b="0"/>
            </a:lvl1pPr>
          </a:lstStyle>
          <a:p>
            <a:pPr lvl="0"/>
            <a:r>
              <a:rPr lang="en-US"/>
              <a:t>Click to edit Master text styles</a:t>
            </a:r>
          </a:p>
        </p:txBody>
      </p:sp>
      <p:sp>
        <p:nvSpPr>
          <p:cNvPr id="3" name="Content Placeholder 2"/>
          <p:cNvSpPr>
            <a:spLocks noGrp="1"/>
          </p:cNvSpPr>
          <p:nvPr>
            <p:ph idx="1"/>
          </p:nvPr>
        </p:nvSpPr>
        <p:spPr>
          <a:xfrm>
            <a:off x="457200" y="1763751"/>
            <a:ext cx="8229600" cy="4068763"/>
          </a:xfrm>
        </p:spPr>
        <p:txBody>
          <a:bodyPr/>
          <a:lstStyle>
            <a:lvl1pPr marL="860425" indent="-514350">
              <a:buFont typeface="+mj-lt"/>
              <a:buAutoNum type="alphaUcPeriod"/>
              <a:defRPr/>
            </a:lvl1pPr>
            <a:lvl2pPr marL="914400" indent="-290513">
              <a:defRPr/>
            </a:lvl2pPr>
            <a:lvl3pPr marL="1260475" indent="-290513">
              <a:defRPr sz="2000"/>
            </a:lvl3pPr>
            <a:lvl4pPr marL="1600200" indent="-228600">
              <a:buFont typeface="Wingdings" panose="05000000000000000000" pitchFamily="2" charset="2"/>
              <a:buChar char="§"/>
              <a:defRPr sz="1800">
                <a:solidFill>
                  <a:srgbClr val="737373"/>
                </a:solidFill>
              </a:defRPr>
            </a:lvl4pPr>
          </a:lstStyle>
          <a:p>
            <a:pPr lvl="0"/>
            <a:r>
              <a:rPr lang="en-US"/>
              <a:t>Click to edit Master text styles</a:t>
            </a:r>
          </a:p>
        </p:txBody>
      </p:sp>
    </p:spTree>
    <p:extLst>
      <p:ext uri="{BB962C8B-B14F-4D97-AF65-F5344CB8AC3E}">
        <p14:creationId xmlns:p14="http://schemas.microsoft.com/office/powerpoint/2010/main" val="3217463967"/>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lickerCheck">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457200" y="1295400"/>
            <a:ext cx="8229600" cy="381000"/>
          </a:xfrm>
        </p:spPr>
        <p:txBody>
          <a:bodyPr anchor="ctr">
            <a:noAutofit/>
          </a:bodyPr>
          <a:lstStyle>
            <a:lvl1pPr marL="346075" indent="0">
              <a:buFontTx/>
              <a:buNone/>
              <a:defRPr sz="3200" b="0"/>
            </a:lvl1pPr>
          </a:lstStyle>
          <a:p>
            <a:pPr lvl="0"/>
            <a:r>
              <a:rPr lang="en-US"/>
              <a:t>Click to edit Master text styles</a:t>
            </a:r>
          </a:p>
        </p:txBody>
      </p:sp>
      <p:sp>
        <p:nvSpPr>
          <p:cNvPr id="3" name="Content Placeholder 2"/>
          <p:cNvSpPr>
            <a:spLocks noGrp="1"/>
          </p:cNvSpPr>
          <p:nvPr>
            <p:ph idx="1"/>
          </p:nvPr>
        </p:nvSpPr>
        <p:spPr>
          <a:xfrm>
            <a:off x="457200" y="1763751"/>
            <a:ext cx="8229600" cy="4068763"/>
          </a:xfrm>
        </p:spPr>
        <p:txBody>
          <a:bodyPr/>
          <a:lstStyle>
            <a:lvl1pPr marL="346075" indent="0">
              <a:buFontTx/>
              <a:buNone/>
              <a:defRPr/>
            </a:lvl1pPr>
            <a:lvl2pPr marL="914400" indent="-290513">
              <a:defRPr/>
            </a:lvl2pPr>
            <a:lvl3pPr marL="1260475" indent="-290513">
              <a:defRPr sz="2000"/>
            </a:lvl3pPr>
            <a:lvl4pPr marL="1600200" indent="-228600">
              <a:buFont typeface="Wingdings" panose="05000000000000000000" pitchFamily="2" charset="2"/>
              <a:buChar char="§"/>
              <a:defRPr sz="1800">
                <a:solidFill>
                  <a:srgbClr val="737373"/>
                </a:solidFill>
              </a:defRPr>
            </a:lvl4pPr>
          </a:lstStyle>
          <a:p>
            <a:pPr lvl="0"/>
            <a:r>
              <a:rPr lang="en-US"/>
              <a:t>Click to edit Master text styles</a:t>
            </a:r>
          </a:p>
        </p:txBody>
      </p:sp>
    </p:spTree>
    <p:extLst>
      <p:ext uri="{BB962C8B-B14F-4D97-AF65-F5344CB8AC3E}">
        <p14:creationId xmlns:p14="http://schemas.microsoft.com/office/powerpoint/2010/main" val="2757109553"/>
      </p:ext>
    </p:extLst>
  </p:cSld>
  <p:clrMapOvr>
    <a:masterClrMapping/>
  </p:clrMapOvr>
  <p:extLst>
    <p:ext uri="{DCECCB84-F9BA-43D5-87BE-67443E8EF086}">
      <p15:sldGuideLst xmlns:p15="http://schemas.microsoft.com/office/powerpoint/2012/main">
        <p15:guide id="1" orient="horz" pos="1008" userDrawn="1">
          <p15:clr>
            <a:srgbClr val="FBAE40"/>
          </p15:clr>
        </p15:guide>
        <p15:guide id="2" pos="28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1_Chapter and Title">
    <p:spTree>
      <p:nvGrpSpPr>
        <p:cNvPr id="1" name=""/>
        <p:cNvGrpSpPr/>
        <p:nvPr/>
      </p:nvGrpSpPr>
      <p:grpSpPr>
        <a:xfrm>
          <a:off x="0" y="0"/>
          <a:ext cx="0" cy="0"/>
          <a:chOff x="0" y="0"/>
          <a:chExt cx="0" cy="0"/>
        </a:xfrm>
      </p:grpSpPr>
      <p:sp>
        <p:nvSpPr>
          <p:cNvPr id="13" name="Text Placeholder 12"/>
          <p:cNvSpPr>
            <a:spLocks noGrp="1"/>
          </p:cNvSpPr>
          <p:nvPr>
            <p:ph type="body" sz="quarter" idx="13" hasCustomPrompt="1"/>
          </p:nvPr>
        </p:nvSpPr>
        <p:spPr>
          <a:xfrm>
            <a:off x="2971800" y="2362200"/>
            <a:ext cx="6011334" cy="1219199"/>
          </a:xfrm>
        </p:spPr>
        <p:txBody>
          <a:bodyPr anchor="ctr">
            <a:noAutofit/>
          </a:bodyPr>
          <a:lstStyle>
            <a:lvl1pPr marL="0" indent="0" algn="ctr">
              <a:buFontTx/>
              <a:buNone/>
              <a:defRPr sz="3200"/>
            </a:lvl1pPr>
            <a:lvl2pPr marL="623887" indent="0">
              <a:buFontTx/>
              <a:buNone/>
              <a:defRPr/>
            </a:lvl2pPr>
            <a:lvl3pPr marL="969962" indent="0">
              <a:buFontTx/>
              <a:buNone/>
              <a:defRPr/>
            </a:lvl3pPr>
            <a:lvl4pPr marL="1371600" indent="0">
              <a:buFontTx/>
              <a:buNone/>
              <a:defRPr/>
            </a:lvl4pPr>
            <a:lvl5pPr marL="1828800" indent="0">
              <a:buFontTx/>
              <a:buNone/>
              <a:defRPr/>
            </a:lvl5pPr>
          </a:lstStyle>
          <a:p>
            <a:pPr lvl="0"/>
            <a:r>
              <a:rPr lang="en-US" dirty="0"/>
              <a:t>Click to add Chapter Title</a:t>
            </a:r>
          </a:p>
        </p:txBody>
      </p:sp>
      <p:sp>
        <p:nvSpPr>
          <p:cNvPr id="16" name="Rectangle 15"/>
          <p:cNvSpPr/>
          <p:nvPr/>
        </p:nvSpPr>
        <p:spPr>
          <a:xfrm>
            <a:off x="0" y="6356350"/>
            <a:ext cx="9144000" cy="507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Date Placeholder 3"/>
          <p:cNvSpPr txBox="1">
            <a:spLocks/>
          </p:cNvSpPr>
          <p:nvPr/>
        </p:nvSpPr>
        <p:spPr>
          <a:xfrm>
            <a:off x="101599" y="6470650"/>
            <a:ext cx="2422525" cy="365125"/>
          </a:xfrm>
          <a:prstGeom prst="rect">
            <a:avLst/>
          </a:prstGeom>
        </p:spPr>
        <p:txBody>
          <a:bodyPr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b="1" dirty="0">
                <a:solidFill>
                  <a:srgbClr val="585858"/>
                </a:solidFill>
              </a:rPr>
              <a:t>Copyright ©2021 F.A. Davis Company</a:t>
            </a:r>
          </a:p>
        </p:txBody>
      </p:sp>
      <p:pic>
        <p:nvPicPr>
          <p:cNvPr id="18" name="Picture 13"/>
          <p:cNvPicPr>
            <a:picLocks noChangeAspect="1"/>
          </p:cNvPicPr>
          <p:nvPr/>
        </p:nvPicPr>
        <p:blipFill>
          <a:blip r:embed="rId2" cstate="print">
            <a:clrChange>
              <a:clrFrom>
                <a:srgbClr val="FFFFFE"/>
              </a:clrFrom>
              <a:clrTo>
                <a:srgbClr val="FFFFFE">
                  <a:alpha val="0"/>
                </a:srgbClr>
              </a:clrTo>
            </a:clrChange>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977294" y="6492183"/>
            <a:ext cx="1005840" cy="35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0" y="4728898"/>
            <a:ext cx="9144000" cy="1708150"/>
          </a:xfrm>
          <a:prstGeom prst="rect">
            <a:avLst/>
          </a:prstGeom>
          <a:solidFill>
            <a:srgbClr val="2880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1" name="Straight Connector 10"/>
          <p:cNvCxnSpPr/>
          <p:nvPr/>
        </p:nvCxnSpPr>
        <p:spPr>
          <a:xfrm>
            <a:off x="0" y="4728898"/>
            <a:ext cx="9144000" cy="0"/>
          </a:xfrm>
          <a:prstGeom prst="line">
            <a:avLst/>
          </a:prstGeom>
          <a:ln w="50800">
            <a:solidFill>
              <a:srgbClr val="D99C2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stretch>
            <a:fillRect/>
          </a:stretch>
        </p:blipFill>
        <p:spPr>
          <a:xfrm>
            <a:off x="0" y="6426743"/>
            <a:ext cx="9169400" cy="48773"/>
          </a:xfrm>
          <a:prstGeom prst="rect">
            <a:avLst/>
          </a:prstGeom>
        </p:spPr>
      </p:pic>
      <p:sp>
        <p:nvSpPr>
          <p:cNvPr id="4" name="Picture Placeholder 3"/>
          <p:cNvSpPr>
            <a:spLocks noGrp="1"/>
          </p:cNvSpPr>
          <p:nvPr>
            <p:ph type="pic" sz="quarter" idx="14"/>
          </p:nvPr>
        </p:nvSpPr>
        <p:spPr>
          <a:xfrm>
            <a:off x="381000" y="1143000"/>
            <a:ext cx="2590800" cy="3568700"/>
          </a:xfrm>
        </p:spPr>
        <p:txBody>
          <a:bodyPr/>
          <a:lstStyle/>
          <a:p>
            <a:r>
              <a:rPr lang="en-US" dirty="0"/>
              <a:t>Click icon to add picture</a:t>
            </a:r>
          </a:p>
        </p:txBody>
      </p:sp>
    </p:spTree>
    <p:extLst>
      <p:ext uri="{BB962C8B-B14F-4D97-AF65-F5344CB8AC3E}">
        <p14:creationId xmlns:p14="http://schemas.microsoft.com/office/powerpoint/2010/main" val="24663967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263B58"/>
                </a:solidFill>
              </a:defRPr>
            </a:lvl1pPr>
          </a:lstStyle>
          <a:p>
            <a:r>
              <a:rPr lang="en-US" dirty="0"/>
              <a:t>Click to edit Master title style</a:t>
            </a:r>
          </a:p>
        </p:txBody>
      </p:sp>
      <p:sp>
        <p:nvSpPr>
          <p:cNvPr id="3" name="Content Placeholder 2"/>
          <p:cNvSpPr>
            <a:spLocks noGrp="1"/>
          </p:cNvSpPr>
          <p:nvPr>
            <p:ph idx="1"/>
          </p:nvPr>
        </p:nvSpPr>
        <p:spPr/>
        <p:txBody>
          <a:bodyPr/>
          <a:lstStyle>
            <a:lvl1pPr>
              <a:buSzPct val="65000"/>
              <a:defRPr/>
            </a:lvl1pPr>
            <a:lvl2pPr>
              <a:buSzPct val="65000"/>
              <a:defRPr/>
            </a:lvl2pPr>
            <a:lvl3pPr>
              <a:buSzPct val="65000"/>
              <a:defRPr/>
            </a:lvl3pPr>
            <a:lvl4pPr>
              <a:buSzPct val="65000"/>
              <a:defRPr/>
            </a:lvl4pPr>
            <a:lvl5pPr>
              <a:buSzPct val="65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88354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371600"/>
            <a:ext cx="8382000" cy="762000"/>
          </a:xfrm>
        </p:spPr>
        <p:txBody>
          <a:bodyPr/>
          <a:lstStyle/>
          <a:p>
            <a:r>
              <a:rPr lang="en-US"/>
              <a:t>Click to edit Master title style</a:t>
            </a:r>
          </a:p>
        </p:txBody>
      </p:sp>
      <p:sp>
        <p:nvSpPr>
          <p:cNvPr id="3" name="Text Placeholder 2"/>
          <p:cNvSpPr>
            <a:spLocks noGrp="1"/>
          </p:cNvSpPr>
          <p:nvPr>
            <p:ph type="body" sz="half" idx="1"/>
          </p:nvPr>
        </p:nvSpPr>
        <p:spPr>
          <a:xfrm>
            <a:off x="381000" y="2133600"/>
            <a:ext cx="411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33600"/>
            <a:ext cx="411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35024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baseline="0">
                <a:solidFill>
                  <a:srgbClr val="C1331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24290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0" y="6356350"/>
            <a:ext cx="9144000" cy="507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ate Placeholder 3"/>
          <p:cNvSpPr txBox="1">
            <a:spLocks/>
          </p:cNvSpPr>
          <p:nvPr/>
        </p:nvSpPr>
        <p:spPr>
          <a:xfrm>
            <a:off x="101599" y="6470650"/>
            <a:ext cx="2422525" cy="365125"/>
          </a:xfrm>
          <a:prstGeom prst="rect">
            <a:avLst/>
          </a:prstGeom>
        </p:spPr>
        <p:txBody>
          <a:bodyPr anchor="ctr"/>
          <a:lstStyle>
            <a:defPPr>
              <a:defRPr lang="en-US"/>
            </a:defPPr>
            <a:lvl1pPr marL="0" algn="l"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b="1" dirty="0">
                <a:solidFill>
                  <a:srgbClr val="585858"/>
                </a:solidFill>
              </a:rPr>
              <a:t>Copyright ©2021 F.A. Davis Company</a:t>
            </a:r>
          </a:p>
        </p:txBody>
      </p:sp>
      <p:pic>
        <p:nvPicPr>
          <p:cNvPr id="12" name="Picture 13"/>
          <p:cNvPicPr>
            <a:picLocks noChangeAspect="1"/>
          </p:cNvPicPr>
          <p:nvPr/>
        </p:nvPicPr>
        <p:blipFill>
          <a:blip r:embed="rId26" cstate="print">
            <a:clrChange>
              <a:clrFrom>
                <a:srgbClr val="FFFFFE"/>
              </a:clrFrom>
              <a:clrTo>
                <a:srgbClr val="FFFFFE">
                  <a:alpha val="0"/>
                </a:srgbClr>
              </a:clrTo>
            </a:clrChange>
            <a:extLst>
              <a:ext uri="{BEBA8EAE-BF5A-486C-A8C5-ECC9F3942E4B}">
                <a14:imgProps xmlns:a14="http://schemas.microsoft.com/office/drawing/2010/main">
                  <a14:imgLayer r:embed="rId27">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977294" y="6492183"/>
            <a:ext cx="1005840" cy="35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preferRelativeResize="0">
            <a:picLocks/>
          </p:cNvPicPr>
          <p:nvPr/>
        </p:nvPicPr>
        <p:blipFill>
          <a:blip r:embed="rId28" cstate="print"/>
          <a:stretch>
            <a:fillRect/>
          </a:stretch>
        </p:blipFill>
        <p:spPr>
          <a:xfrm>
            <a:off x="0" y="6434694"/>
            <a:ext cx="9171432" cy="45719"/>
          </a:xfrm>
          <a:prstGeom prst="rect">
            <a:avLst/>
          </a:prstGeom>
        </p:spPr>
      </p:pic>
      <p:sp>
        <p:nvSpPr>
          <p:cNvPr id="1026" name="Title Placeholder 1"/>
          <p:cNvSpPr>
            <a:spLocks noGrp="1"/>
          </p:cNvSpPr>
          <p:nvPr>
            <p:ph type="title"/>
          </p:nvPr>
        </p:nvSpPr>
        <p:spPr bwMode="auto">
          <a:xfrm>
            <a:off x="762000" y="239154"/>
            <a:ext cx="8229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2954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endParaRPr lang="en-US" altLang="en-US" dirty="0"/>
          </a:p>
          <a:p>
            <a:pPr lvl="2"/>
            <a:endParaRPr lang="en-US" altLang="en-US" dirty="0"/>
          </a:p>
        </p:txBody>
      </p:sp>
      <p:cxnSp>
        <p:nvCxnSpPr>
          <p:cNvPr id="7" name="Straight Connector 6"/>
          <p:cNvCxnSpPr/>
          <p:nvPr/>
        </p:nvCxnSpPr>
        <p:spPr>
          <a:xfrm>
            <a:off x="0" y="990600"/>
            <a:ext cx="9144000" cy="0"/>
          </a:xfrm>
          <a:prstGeom prst="line">
            <a:avLst/>
          </a:prstGeom>
          <a:ln w="12700">
            <a:solidFill>
              <a:srgbClr val="D99C21"/>
            </a:solidFill>
          </a:ln>
        </p:spPr>
        <p:style>
          <a:lnRef idx="1">
            <a:schemeClr val="accent1"/>
          </a:lnRef>
          <a:fillRef idx="0">
            <a:schemeClr val="accent1"/>
          </a:fillRef>
          <a:effectRef idx="0">
            <a:schemeClr val="accent1"/>
          </a:effectRef>
          <a:fontRef idx="minor">
            <a:schemeClr val="tx1"/>
          </a:fontRef>
        </p:style>
      </p:cxnSp>
      <p:pic>
        <p:nvPicPr>
          <p:cNvPr id="14" name="Picture 13"/>
          <p:cNvPicPr preferRelativeResize="0">
            <a:picLocks/>
          </p:cNvPicPr>
          <p:nvPr/>
        </p:nvPicPr>
        <p:blipFill>
          <a:blip r:embed="rId28" cstate="print"/>
          <a:stretch>
            <a:fillRect/>
          </a:stretch>
        </p:blipFill>
        <p:spPr>
          <a:xfrm>
            <a:off x="0" y="6364006"/>
            <a:ext cx="9171432" cy="45719"/>
          </a:xfrm>
          <a:prstGeom prst="rect">
            <a:avLst/>
          </a:prstGeom>
        </p:spPr>
      </p:pic>
      <p:sp>
        <p:nvSpPr>
          <p:cNvPr id="9" name="Rectangle 8"/>
          <p:cNvSpPr/>
          <p:nvPr/>
        </p:nvSpPr>
        <p:spPr>
          <a:xfrm>
            <a:off x="0" y="6400800"/>
            <a:ext cx="9144000" cy="45719"/>
          </a:xfrm>
          <a:prstGeom prst="rect">
            <a:avLst/>
          </a:prstGeom>
          <a:solidFill>
            <a:srgbClr val="2880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a:lstStyle/>
          <a:p>
            <a:pPr algn="ctr" fontAlgn="auto">
              <a:spcBef>
                <a:spcPts val="0"/>
              </a:spcBef>
              <a:spcAft>
                <a:spcPts val="0"/>
              </a:spcAft>
              <a:defRPr/>
            </a:pPr>
            <a:endParaRPr lang="en-US" dirty="0"/>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95" r:id="rId3"/>
    <p:sldLayoutId id="2147483683" r:id="rId4"/>
    <p:sldLayoutId id="2147483705" r:id="rId5"/>
    <p:sldLayoutId id="2147483703" r:id="rId6"/>
    <p:sldLayoutId id="2147483699" r:id="rId7"/>
    <p:sldLayoutId id="2147483701" r:id="rId8"/>
    <p:sldLayoutId id="2147483684" r:id="rId9"/>
    <p:sldLayoutId id="2147483692" r:id="rId10"/>
    <p:sldLayoutId id="2147483678" r:id="rId11"/>
    <p:sldLayoutId id="2147483702" r:id="rId12"/>
    <p:sldLayoutId id="2147483679" r:id="rId13"/>
    <p:sldLayoutId id="2147483680" r:id="rId14"/>
    <p:sldLayoutId id="2147483685" r:id="rId15"/>
    <p:sldLayoutId id="2147483686" r:id="rId16"/>
    <p:sldLayoutId id="2147483687" r:id="rId17"/>
    <p:sldLayoutId id="2147483688" r:id="rId18"/>
    <p:sldLayoutId id="2147483689" r:id="rId19"/>
    <p:sldLayoutId id="2147483690" r:id="rId20"/>
    <p:sldLayoutId id="2147483696" r:id="rId21"/>
    <p:sldLayoutId id="2147483697" r:id="rId22"/>
    <p:sldLayoutId id="2147483700" r:id="rId23"/>
    <p:sldLayoutId id="2147483704" r:id="rId24"/>
  </p:sldLayoutIdLst>
  <p:txStyles>
    <p:titleStyle>
      <a:lvl1pPr algn="l" rtl="0" eaLnBrk="1" fontAlgn="base" hangingPunct="1">
        <a:lnSpc>
          <a:spcPct val="90000"/>
        </a:lnSpc>
        <a:spcBef>
          <a:spcPct val="0"/>
        </a:spcBef>
        <a:spcAft>
          <a:spcPct val="0"/>
        </a:spcAft>
        <a:defRPr lang="en-US" sz="3600" kern="1200">
          <a:solidFill>
            <a:srgbClr val="D99C21"/>
          </a:solidFill>
          <a:latin typeface="+mn-lt"/>
          <a:ea typeface="+mn-ea"/>
          <a:cs typeface="+mn-cs"/>
        </a:defRPr>
      </a:lvl1pPr>
      <a:lvl2pPr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2pPr>
      <a:lvl3pPr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3pPr>
      <a:lvl4pPr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4pPr>
      <a:lvl5pPr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5pPr>
      <a:lvl6pPr marL="457200"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6pPr>
      <a:lvl7pPr marL="914400"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7pPr>
      <a:lvl8pPr marL="1371600"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8pPr>
      <a:lvl9pPr marL="1828800" algn="ctr" rtl="0" eaLnBrk="1" fontAlgn="base" hangingPunct="1">
        <a:lnSpc>
          <a:spcPct val="90000"/>
        </a:lnSpc>
        <a:spcBef>
          <a:spcPct val="0"/>
        </a:spcBef>
        <a:spcAft>
          <a:spcPct val="0"/>
        </a:spcAft>
        <a:defRPr sz="3600">
          <a:solidFill>
            <a:srgbClr val="D99C21"/>
          </a:solidFill>
          <a:latin typeface="Calibri" panose="020F0502020204030204" pitchFamily="34" charset="0"/>
        </a:defRPr>
      </a:lvl9pPr>
    </p:titleStyle>
    <p:bodyStyle>
      <a:lvl1pPr marL="623888" indent="-277813" algn="l" rtl="0" eaLnBrk="1" fontAlgn="base" hangingPunct="1">
        <a:spcBef>
          <a:spcPct val="20000"/>
        </a:spcBef>
        <a:spcAft>
          <a:spcPct val="0"/>
        </a:spcAft>
        <a:buClr>
          <a:srgbClr val="28805C"/>
        </a:buClr>
        <a:buFont typeface="Wingdings" panose="05000000000000000000" pitchFamily="2" charset="2"/>
        <a:buChar char="§"/>
        <a:defRPr lang="en-US" sz="3200" kern="2000" dirty="0">
          <a:solidFill>
            <a:schemeClr val="tx1">
              <a:lumMod val="75000"/>
            </a:schemeClr>
          </a:solidFill>
          <a:latin typeface="+mn-lt"/>
          <a:ea typeface="+mn-ea"/>
          <a:cs typeface="+mn-cs"/>
        </a:defRPr>
      </a:lvl1pPr>
      <a:lvl2pPr marL="914400" indent="-290513" algn="l" rtl="0" eaLnBrk="1" fontAlgn="base" hangingPunct="1">
        <a:spcBef>
          <a:spcPct val="20000"/>
        </a:spcBef>
        <a:spcAft>
          <a:spcPct val="0"/>
        </a:spcAft>
        <a:buClr>
          <a:srgbClr val="D99C21"/>
        </a:buClr>
        <a:buFont typeface="Arial" panose="020B0604020202020204" pitchFamily="34" charset="0"/>
        <a:buChar char="•"/>
        <a:defRPr lang="en-US" sz="2800" kern="1200" dirty="0">
          <a:solidFill>
            <a:schemeClr val="tx1">
              <a:lumMod val="75000"/>
            </a:schemeClr>
          </a:solidFill>
          <a:latin typeface="+mn-lt"/>
          <a:ea typeface="+mn-ea"/>
          <a:cs typeface="+mn-cs"/>
        </a:defRPr>
      </a:lvl2pPr>
      <a:lvl3pPr marL="1260475" indent="-290513" algn="l" rtl="0" eaLnBrk="1" fontAlgn="base" hangingPunct="1">
        <a:spcBef>
          <a:spcPct val="20000"/>
        </a:spcBef>
        <a:spcAft>
          <a:spcPct val="0"/>
        </a:spcAft>
        <a:buClr>
          <a:srgbClr val="737373"/>
        </a:buClr>
        <a:buFont typeface="Calibri" panose="020F0502020204030204" pitchFamily="34" charset="0"/>
        <a:buChar char="‒"/>
        <a:tabLst>
          <a:tab pos="858838" algn="l"/>
        </a:tabLst>
        <a:defRPr sz="2800" kern="1200">
          <a:solidFill>
            <a:schemeClr val="tx1">
              <a:lumMod val="75000"/>
            </a:schemeClr>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eillcornell.org/katharine-phillips-md" TargetMode="External"/><Relationship Id="rId2" Type="http://schemas.openxmlformats.org/officeDocument/2006/relationships/hyperlink" Target="https://www.sheppardpratt.org/why-sheppard-pratt/our-experts/details/jon-hershfield-mft/" TargetMode="External"/><Relationship Id="rId1" Type="http://schemas.openxmlformats.org/officeDocument/2006/relationships/slideLayout" Target="../slideLayouts/slideLayout4.xml"/><Relationship Id="rId4" Type="http://schemas.openxmlformats.org/officeDocument/2006/relationships/hyperlink" Target="https://www.everydayhealth.com/anxiety-disorders/experts-common-obessions-and-compulsions.aspx"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hidden="1"/>
          <p:cNvSpPr>
            <a:spLocks noGrp="1"/>
          </p:cNvSpPr>
          <p:nvPr>
            <p:ph type="title"/>
          </p:nvPr>
        </p:nvSpPr>
        <p:spPr>
          <a:xfrm>
            <a:off x="1143000" y="75070"/>
            <a:ext cx="6858000" cy="923330"/>
          </a:xfrm>
        </p:spPr>
        <p:txBody>
          <a:bodyPr/>
          <a:lstStyle/>
          <a:p>
            <a:pPr algn="ctr"/>
            <a:r>
              <a:rPr lang="en-US" sz="3000" dirty="0"/>
              <a:t>Davis Advantage for Psychiatric Mental Health Nursing, Tenth Edition.</a:t>
            </a:r>
          </a:p>
        </p:txBody>
      </p:sp>
      <p:sp>
        <p:nvSpPr>
          <p:cNvPr id="23" name="Text Placeholder 22"/>
          <p:cNvSpPr>
            <a:spLocks noGrp="1"/>
          </p:cNvSpPr>
          <p:nvPr>
            <p:ph type="body" sz="quarter" idx="15"/>
          </p:nvPr>
        </p:nvSpPr>
        <p:spPr/>
        <p:txBody>
          <a:bodyPr/>
          <a:lstStyle/>
          <a:p>
            <a:pPr lvl="0"/>
            <a:endParaRPr lang="en-US" dirty="0"/>
          </a:p>
        </p:txBody>
      </p:sp>
      <p:sp>
        <p:nvSpPr>
          <p:cNvPr id="24" name="Text Placeholder 23"/>
          <p:cNvSpPr>
            <a:spLocks noGrp="1"/>
          </p:cNvSpPr>
          <p:nvPr>
            <p:ph type="body" sz="quarter" idx="16"/>
          </p:nvPr>
        </p:nvSpPr>
        <p:spPr>
          <a:xfrm>
            <a:off x="3423557" y="3008008"/>
            <a:ext cx="5410200" cy="1563991"/>
          </a:xfrm>
        </p:spPr>
        <p:txBody>
          <a:bodyPr/>
          <a:lstStyle/>
          <a:p>
            <a:r>
              <a:rPr lang="en-US" dirty="0"/>
              <a:t>Anxiety &amp; related disorders</a:t>
            </a:r>
            <a:endParaRPr lang="en-US" altLang="en-US" dirty="0"/>
          </a:p>
        </p:txBody>
      </p:sp>
      <p:sp>
        <p:nvSpPr>
          <p:cNvPr id="2" name="Picture Placeholder 1">
            <a:extLst>
              <a:ext uri="{FF2B5EF4-FFF2-40B4-BE49-F238E27FC236}">
                <a16:creationId xmlns:a16="http://schemas.microsoft.com/office/drawing/2014/main" id="{5888D96C-3897-629F-9EA8-95F6B2C676B6}"/>
              </a:ext>
            </a:extLst>
          </p:cNvPr>
          <p:cNvSpPr>
            <a:spLocks noGrp="1"/>
          </p:cNvSpPr>
          <p:nvPr>
            <p:ph type="pic" sz="quarter" idx="14"/>
          </p:nvPr>
        </p:nvSpPr>
        <p:spPr>
          <a:xfrm>
            <a:off x="381000" y="1143000"/>
            <a:ext cx="3429000" cy="3568700"/>
          </a:xfrm>
        </p:spPr>
        <p:txBody>
          <a:bodyPr/>
          <a:lstStyle/>
          <a:p>
            <a:r>
              <a:rPr lang="en-US" dirty="0"/>
              <a:t>Modified from F.A Davis Prepared Presentation​s</a:t>
            </a:r>
          </a:p>
          <a:p>
            <a:endParaRPr lang="en-US" dirty="0"/>
          </a:p>
        </p:txBody>
      </p:sp>
    </p:spTree>
    <p:extLst>
      <p:ext uri="{BB962C8B-B14F-4D97-AF65-F5344CB8AC3E}">
        <p14:creationId xmlns:p14="http://schemas.microsoft.com/office/powerpoint/2010/main" val="4038330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Anxiety Disorders</a:t>
            </a:r>
          </a:p>
        </p:txBody>
      </p:sp>
      <p:sp>
        <p:nvSpPr>
          <p:cNvPr id="14340" name="Content Placeholder 2"/>
          <p:cNvSpPr>
            <a:spLocks noGrp="1"/>
          </p:cNvSpPr>
          <p:nvPr>
            <p:ph idx="1"/>
          </p:nvPr>
        </p:nvSpPr>
        <p:spPr>
          <a:xfrm>
            <a:off x="457200" y="1195349"/>
            <a:ext cx="8229600" cy="4976851"/>
          </a:xfrm>
        </p:spPr>
        <p:txBody>
          <a:bodyPr/>
          <a:lstStyle/>
          <a:p>
            <a:r>
              <a:rPr lang="en-US" altLang="en-US" dirty="0"/>
              <a:t>Introduction</a:t>
            </a:r>
          </a:p>
          <a:p>
            <a:pPr lvl="1"/>
            <a:r>
              <a:rPr lang="en-US" altLang="en-US" dirty="0"/>
              <a:t>Anxiety is an emotional response to anticipation </a:t>
            </a:r>
            <a:br>
              <a:rPr lang="en-US" altLang="en-US" dirty="0"/>
            </a:br>
            <a:r>
              <a:rPr lang="en-US" altLang="en-US" dirty="0"/>
              <a:t>of danger, the source of which is largely unknown </a:t>
            </a:r>
            <a:br>
              <a:rPr lang="en-US" altLang="en-US" dirty="0"/>
            </a:br>
            <a:r>
              <a:rPr lang="en-US" altLang="en-US" dirty="0"/>
              <a:t>or unrecognized.</a:t>
            </a:r>
          </a:p>
          <a:p>
            <a:pPr lvl="1"/>
            <a:r>
              <a:rPr lang="en-US" altLang="en-US" dirty="0"/>
              <a:t>Anxiety is a necessary force for survival. It is not the same as stress.</a:t>
            </a:r>
          </a:p>
          <a:p>
            <a:pPr lvl="1"/>
            <a:r>
              <a:rPr lang="en-US" altLang="en-US" dirty="0"/>
              <a:t>A stressor is an external pressure that is brought to bear on the individual.</a:t>
            </a:r>
          </a:p>
          <a:p>
            <a:pPr lvl="1"/>
            <a:r>
              <a:rPr lang="en-US" altLang="en-US" dirty="0"/>
              <a:t>Anxiety is the subjective emotional response to </a:t>
            </a:r>
            <a:br>
              <a:rPr lang="en-US" altLang="en-US" dirty="0"/>
            </a:br>
            <a:r>
              <a:rPr lang="en-US" altLang="en-US" dirty="0"/>
              <a:t>that stressor.</a:t>
            </a:r>
          </a:p>
          <a:p>
            <a:pPr lvl="1"/>
            <a:endParaRPr lang="en-US" altLang="en-US" dirty="0"/>
          </a:p>
          <a:p>
            <a:pPr lvl="1"/>
            <a:endParaRPr lang="en-US" altLang="en-US" dirty="0"/>
          </a:p>
        </p:txBody>
      </p:sp>
    </p:spTree>
    <p:extLst>
      <p:ext uri="{BB962C8B-B14F-4D97-AF65-F5344CB8AC3E}">
        <p14:creationId xmlns:p14="http://schemas.microsoft.com/office/powerpoint/2010/main" val="2644571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Epidemiological Statistics</a:t>
            </a:r>
          </a:p>
        </p:txBody>
      </p:sp>
      <p:sp>
        <p:nvSpPr>
          <p:cNvPr id="14340" name="Content Placeholder 2"/>
          <p:cNvSpPr>
            <a:spLocks noGrp="1"/>
          </p:cNvSpPr>
          <p:nvPr>
            <p:ph idx="1"/>
          </p:nvPr>
        </p:nvSpPr>
        <p:spPr>
          <a:xfrm>
            <a:off x="457200" y="1195349"/>
            <a:ext cx="8229600" cy="5053051"/>
          </a:xfrm>
        </p:spPr>
        <p:txBody>
          <a:bodyPr/>
          <a:lstStyle/>
          <a:p>
            <a:r>
              <a:rPr lang="en-US" altLang="en-US" dirty="0"/>
              <a:t>Anxiety disorders are the most common of all psychiatric illnesses and result in considerable functional impairment and distress. </a:t>
            </a:r>
          </a:p>
          <a:p>
            <a:r>
              <a:rPr lang="en-US" altLang="en-US" dirty="0"/>
              <a:t>More common in women than in men</a:t>
            </a:r>
          </a:p>
          <a:p>
            <a:r>
              <a:rPr lang="en-US" altLang="en-US" dirty="0"/>
              <a:t>Vulnerability to comorbidities include parental psychiatric history, childhood trauma, and negative life events.</a:t>
            </a:r>
          </a:p>
          <a:p>
            <a:r>
              <a:rPr lang="en-US" altLang="en-US" dirty="0"/>
              <a:t>A familial predisposition probably exists.</a:t>
            </a:r>
          </a:p>
        </p:txBody>
      </p:sp>
    </p:spTree>
    <p:extLst>
      <p:ext uri="{BB962C8B-B14F-4D97-AF65-F5344CB8AC3E}">
        <p14:creationId xmlns:p14="http://schemas.microsoft.com/office/powerpoint/2010/main" val="214682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How Much Is Too Much?</a:t>
            </a:r>
          </a:p>
        </p:txBody>
      </p:sp>
      <p:sp>
        <p:nvSpPr>
          <p:cNvPr id="14340" name="Content Placeholder 2"/>
          <p:cNvSpPr>
            <a:spLocks noGrp="1"/>
          </p:cNvSpPr>
          <p:nvPr>
            <p:ph idx="1"/>
          </p:nvPr>
        </p:nvSpPr>
        <p:spPr>
          <a:xfrm>
            <a:off x="457200" y="1195349"/>
            <a:ext cx="8229600" cy="4976851"/>
          </a:xfrm>
        </p:spPr>
        <p:txBody>
          <a:bodyPr/>
          <a:lstStyle/>
          <a:p>
            <a:r>
              <a:rPr lang="en-US" altLang="en-US" dirty="0"/>
              <a:t>When anxiety is out of proportion to the situation that is creating it</a:t>
            </a:r>
          </a:p>
          <a:p>
            <a:r>
              <a:rPr lang="en-US" altLang="en-US" dirty="0"/>
              <a:t>When anxiety interferes with social, occupational, or other important areas of functioning</a:t>
            </a:r>
          </a:p>
          <a:p>
            <a:endParaRPr lang="en-US" altLang="en-US" dirty="0"/>
          </a:p>
          <a:p>
            <a:pPr marL="346075" indent="0">
              <a:buNone/>
            </a:pPr>
            <a:r>
              <a:rPr lang="en-US" altLang="en-US" dirty="0"/>
              <a:t>Anxiety vs Anxiety Disorder? How much does it interfere with daily living</a:t>
            </a:r>
          </a:p>
        </p:txBody>
      </p:sp>
    </p:spTree>
    <p:extLst>
      <p:ext uri="{BB962C8B-B14F-4D97-AF65-F5344CB8AC3E}">
        <p14:creationId xmlns:p14="http://schemas.microsoft.com/office/powerpoint/2010/main" val="2188609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Application of Nursing Process</a:t>
            </a:r>
          </a:p>
        </p:txBody>
      </p:sp>
      <p:sp>
        <p:nvSpPr>
          <p:cNvPr id="14340" name="Content Placeholder 2"/>
          <p:cNvSpPr>
            <a:spLocks noGrp="1"/>
          </p:cNvSpPr>
          <p:nvPr>
            <p:ph idx="1"/>
          </p:nvPr>
        </p:nvSpPr>
        <p:spPr>
          <a:xfrm>
            <a:off x="457200" y="1195349"/>
            <a:ext cx="8229600" cy="4976851"/>
          </a:xfrm>
        </p:spPr>
        <p:txBody>
          <a:bodyPr/>
          <a:lstStyle/>
          <a:p>
            <a:r>
              <a:rPr lang="en-US" altLang="en-US" dirty="0"/>
              <a:t>Panic</a:t>
            </a:r>
          </a:p>
          <a:p>
            <a:pPr lvl="1"/>
            <a:r>
              <a:rPr lang="en-US" altLang="en-US" i="1" dirty="0"/>
              <a:t>“A sudden, overwhelming feeling of terror or impending doom. This most severe form of emotional anxiety is usually accompanied by behavioral, cognitive, and physiological signs and symptoms considered extremely intense and frightening.”</a:t>
            </a:r>
            <a:endParaRPr lang="en-US" altLang="en-US" dirty="0"/>
          </a:p>
        </p:txBody>
      </p:sp>
    </p:spTree>
    <p:extLst>
      <p:ext uri="{BB962C8B-B14F-4D97-AF65-F5344CB8AC3E}">
        <p14:creationId xmlns:p14="http://schemas.microsoft.com/office/powerpoint/2010/main" val="403219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a:xfrm>
            <a:off x="756356" y="234539"/>
            <a:ext cx="8235244" cy="590931"/>
          </a:xfrm>
        </p:spPr>
        <p:txBody>
          <a:bodyPr/>
          <a:lstStyle/>
          <a:p>
            <a:r>
              <a:rPr lang="en-US" altLang="en-US" dirty="0"/>
              <a:t>PANIC!</a:t>
            </a:r>
          </a:p>
        </p:txBody>
      </p:sp>
      <p:sp>
        <p:nvSpPr>
          <p:cNvPr id="14340" name="Content Placeholder 2"/>
          <p:cNvSpPr>
            <a:spLocks noGrp="1"/>
          </p:cNvSpPr>
          <p:nvPr>
            <p:ph idx="1"/>
          </p:nvPr>
        </p:nvSpPr>
        <p:spPr>
          <a:xfrm>
            <a:off x="457200" y="1195349"/>
            <a:ext cx="8229600" cy="5053051"/>
          </a:xfrm>
        </p:spPr>
        <p:txBody>
          <a:bodyPr/>
          <a:lstStyle/>
          <a:p>
            <a:r>
              <a:rPr lang="en-US" altLang="en-US" dirty="0"/>
              <a:t>Symptoms of panic attack</a:t>
            </a:r>
          </a:p>
          <a:p>
            <a:pPr lvl="1"/>
            <a:r>
              <a:rPr lang="en-US" altLang="en-US" dirty="0"/>
              <a:t>Sweating, trembling, shaking</a:t>
            </a:r>
          </a:p>
          <a:p>
            <a:pPr lvl="1"/>
            <a:r>
              <a:rPr lang="en-US" altLang="en-US" dirty="0"/>
              <a:t>Shortness of breath, chest pain, or discomfort</a:t>
            </a:r>
          </a:p>
          <a:p>
            <a:pPr lvl="1"/>
            <a:r>
              <a:rPr lang="en-US" altLang="en-US" dirty="0"/>
              <a:t>Nausea or abdominal distress</a:t>
            </a:r>
          </a:p>
          <a:p>
            <a:pPr lvl="1"/>
            <a:r>
              <a:rPr lang="en-US" altLang="en-US" dirty="0"/>
              <a:t>Dizziness, chills, or hot flashes</a:t>
            </a:r>
          </a:p>
          <a:p>
            <a:pPr lvl="1"/>
            <a:r>
              <a:rPr lang="en-US" altLang="en-US" dirty="0"/>
              <a:t>Numbness or tingling sensations</a:t>
            </a:r>
          </a:p>
          <a:p>
            <a:pPr lvl="1"/>
            <a:r>
              <a:rPr lang="en-US" altLang="en-US" dirty="0" err="1"/>
              <a:t>Derealization</a:t>
            </a:r>
            <a:r>
              <a:rPr lang="en-US" altLang="en-US" dirty="0"/>
              <a:t> or depersonalization</a:t>
            </a:r>
          </a:p>
          <a:p>
            <a:pPr lvl="1"/>
            <a:r>
              <a:rPr lang="en-US" altLang="en-US" dirty="0"/>
              <a:t>Fear of losing control or “going crazy”</a:t>
            </a:r>
          </a:p>
          <a:p>
            <a:pPr lvl="1"/>
            <a:r>
              <a:rPr lang="en-US" altLang="en-US" dirty="0"/>
              <a:t>Fear of </a:t>
            </a:r>
            <a:r>
              <a:rPr lang="en-US" altLang="en-US" dirty="0">
                <a:solidFill>
                  <a:schemeClr val="accent4">
                    <a:lumMod val="60000"/>
                    <a:lumOff val="40000"/>
                  </a:schemeClr>
                </a:solidFill>
              </a:rPr>
              <a:t>dying- clients can literally feel like their life is ending </a:t>
            </a:r>
          </a:p>
        </p:txBody>
      </p:sp>
    </p:spTree>
    <p:extLst>
      <p:ext uri="{BB962C8B-B14F-4D97-AF65-F5344CB8AC3E}">
        <p14:creationId xmlns:p14="http://schemas.microsoft.com/office/powerpoint/2010/main" val="3292283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a:xfrm>
            <a:off x="756356" y="234539"/>
            <a:ext cx="8235244" cy="590931"/>
          </a:xfrm>
        </p:spPr>
        <p:txBody>
          <a:bodyPr/>
          <a:lstStyle/>
          <a:p>
            <a:r>
              <a:rPr lang="en-US" altLang="en-US" dirty="0"/>
              <a:t>Panic Disorder</a:t>
            </a:r>
          </a:p>
        </p:txBody>
      </p:sp>
      <p:sp>
        <p:nvSpPr>
          <p:cNvPr id="14340" name="Content Placeholder 2"/>
          <p:cNvSpPr>
            <a:spLocks noGrp="1"/>
          </p:cNvSpPr>
          <p:nvPr>
            <p:ph idx="1"/>
          </p:nvPr>
        </p:nvSpPr>
        <p:spPr>
          <a:xfrm>
            <a:off x="457200" y="1195349"/>
            <a:ext cx="8229600" cy="4976851"/>
          </a:xfrm>
        </p:spPr>
        <p:txBody>
          <a:bodyPr/>
          <a:lstStyle/>
          <a:p>
            <a:pPr marL="346075" indent="0">
              <a:buNone/>
            </a:pPr>
            <a:endParaRPr lang="en-US" altLang="en-US" dirty="0"/>
          </a:p>
          <a:p>
            <a:pPr lvl="1"/>
            <a:r>
              <a:rPr lang="en-US" altLang="en-US" dirty="0"/>
              <a:t>Characterized by recurrent panic attacks</a:t>
            </a:r>
          </a:p>
          <a:p>
            <a:pPr lvl="1"/>
            <a:r>
              <a:rPr lang="en-US" altLang="en-US" dirty="0"/>
              <a:t>Unpredictable onset</a:t>
            </a:r>
          </a:p>
          <a:p>
            <a:pPr lvl="1"/>
            <a:r>
              <a:rPr lang="en-US" altLang="en-US" dirty="0"/>
              <a:t>Manifested by intense apprehension, fear, or terror</a:t>
            </a:r>
          </a:p>
          <a:p>
            <a:pPr lvl="1"/>
            <a:r>
              <a:rPr lang="en-US" altLang="en-US" dirty="0"/>
              <a:t>Associated often with feelings of impending doom</a:t>
            </a:r>
          </a:p>
          <a:p>
            <a:pPr lvl="1"/>
            <a:r>
              <a:rPr lang="en-US" altLang="en-US" dirty="0"/>
              <a:t>Accompanied by intense physical discomfort</a:t>
            </a:r>
          </a:p>
        </p:txBody>
      </p:sp>
    </p:spTree>
    <p:extLst>
      <p:ext uri="{BB962C8B-B14F-4D97-AF65-F5344CB8AC3E}">
        <p14:creationId xmlns:p14="http://schemas.microsoft.com/office/powerpoint/2010/main" val="2081036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question mark icon.">
            <a:extLst>
              <a:ext uri="{FF2B5EF4-FFF2-40B4-BE49-F238E27FC236}">
                <a16:creationId xmlns:a16="http://schemas.microsoft.com/office/drawing/2014/main" id="{755583CB-FAEE-1B4E-967E-3E23436036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 y="152400"/>
            <a:ext cx="7334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itle 1"/>
          <p:cNvSpPr>
            <a:spLocks noGrp="1"/>
          </p:cNvSpPr>
          <p:nvPr>
            <p:ph type="title"/>
          </p:nvPr>
        </p:nvSpPr>
        <p:spPr/>
        <p:txBody>
          <a:bodyPr/>
          <a:lstStyle/>
          <a:p>
            <a:endParaRPr lang="en-US" altLang="en-US" dirty="0"/>
          </a:p>
        </p:txBody>
      </p:sp>
      <p:sp>
        <p:nvSpPr>
          <p:cNvPr id="23556" name="Text Placeholder 3"/>
          <p:cNvSpPr>
            <a:spLocks noGrp="1"/>
          </p:cNvSpPr>
          <p:nvPr>
            <p:ph type="body" sz="quarter" idx="10"/>
          </p:nvPr>
        </p:nvSpPr>
        <p:spPr>
          <a:xfrm>
            <a:off x="457200" y="1181100"/>
            <a:ext cx="8610600" cy="1485900"/>
          </a:xfrm>
        </p:spPr>
        <p:txBody>
          <a:bodyPr/>
          <a:lstStyle/>
          <a:p>
            <a:r>
              <a:rPr lang="en-US" altLang="en-US" sz="3000" dirty="0"/>
              <a:t>When caring for a patient who is experiencing a panic attack, which of the following nursing actions should be implemented?</a:t>
            </a:r>
          </a:p>
        </p:txBody>
      </p:sp>
      <p:sp>
        <p:nvSpPr>
          <p:cNvPr id="23555" name="Content Placeholder 2"/>
          <p:cNvSpPr>
            <a:spLocks noGrp="1"/>
          </p:cNvSpPr>
          <p:nvPr>
            <p:ph sz="quarter" idx="11"/>
          </p:nvPr>
        </p:nvSpPr>
        <p:spPr>
          <a:xfrm>
            <a:off x="457200" y="2819400"/>
            <a:ext cx="8686800" cy="3429000"/>
          </a:xfrm>
        </p:spPr>
        <p:txBody>
          <a:bodyPr/>
          <a:lstStyle/>
          <a:p>
            <a:pPr>
              <a:spcBef>
                <a:spcPts val="400"/>
              </a:spcBef>
            </a:pPr>
            <a:r>
              <a:rPr lang="en-US" altLang="en-US" sz="3000" dirty="0"/>
              <a:t>Leave the patient alone to maintain privacy.</a:t>
            </a:r>
          </a:p>
          <a:p>
            <a:pPr>
              <a:spcBef>
                <a:spcPts val="400"/>
              </a:spcBef>
            </a:pPr>
            <a:r>
              <a:rPr lang="en-US" altLang="en-US" sz="3000" dirty="0"/>
              <a:t>Instruct the patient regarding unit rules and regulations.</a:t>
            </a:r>
          </a:p>
          <a:p>
            <a:pPr>
              <a:spcBef>
                <a:spcPts val="400"/>
              </a:spcBef>
            </a:pPr>
            <a:r>
              <a:rPr lang="en-US" altLang="en-US" sz="3000" dirty="0"/>
              <a:t>Sit with the patient in the day room to provide comfort.</a:t>
            </a:r>
          </a:p>
          <a:p>
            <a:pPr>
              <a:spcBef>
                <a:spcPts val="400"/>
              </a:spcBef>
            </a:pPr>
            <a:r>
              <a:rPr lang="en-US" altLang="en-US" sz="3000" dirty="0"/>
              <a:t>Communicate with simple words and brief messages.</a:t>
            </a:r>
          </a:p>
        </p:txBody>
      </p:sp>
    </p:spTree>
    <p:extLst>
      <p:ext uri="{BB962C8B-B14F-4D97-AF65-F5344CB8AC3E}">
        <p14:creationId xmlns:p14="http://schemas.microsoft.com/office/powerpoint/2010/main" val="1083755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24579" name="Text Placeholder 5"/>
          <p:cNvSpPr>
            <a:spLocks noGrp="1"/>
          </p:cNvSpPr>
          <p:nvPr>
            <p:ph type="body" sz="quarter" idx="10"/>
          </p:nvPr>
        </p:nvSpPr>
        <p:spPr>
          <a:xfrm>
            <a:off x="457200" y="1219200"/>
            <a:ext cx="8534400" cy="533400"/>
          </a:xfrm>
        </p:spPr>
        <p:txBody>
          <a:bodyPr/>
          <a:lstStyle/>
          <a:p>
            <a:r>
              <a:rPr altLang="en-US" b="1" dirty="0"/>
              <a:t>Correct Answer: </a:t>
            </a:r>
            <a:r>
              <a:rPr lang="en-US" altLang="en-US" b="1" dirty="0">
                <a:solidFill>
                  <a:schemeClr val="tx2"/>
                </a:solidFill>
              </a:rPr>
              <a:t>D</a:t>
            </a:r>
            <a:endParaRPr altLang="en-US" b="1" dirty="0"/>
          </a:p>
        </p:txBody>
      </p:sp>
      <p:sp>
        <p:nvSpPr>
          <p:cNvPr id="24578" name="Content Placeholder 4"/>
          <p:cNvSpPr>
            <a:spLocks noGrp="1"/>
          </p:cNvSpPr>
          <p:nvPr>
            <p:ph sz="quarter" idx="11"/>
          </p:nvPr>
        </p:nvSpPr>
        <p:spPr/>
        <p:txBody>
          <a:bodyPr/>
          <a:lstStyle/>
          <a:p>
            <a:r>
              <a:rPr lang="en-US" dirty="0"/>
              <a:t>When communicating with a patient experiencing a panic attack, the nurse needs to use simple words and brief messages, spoken calmly and clearly. Any communication that is loud and demanding would only escalate anxiety. </a:t>
            </a:r>
            <a:endParaRPr lang="en-US" altLang="en-US" dirty="0"/>
          </a:p>
        </p:txBody>
      </p:sp>
    </p:spTree>
    <p:extLst>
      <p:ext uri="{BB962C8B-B14F-4D97-AF65-F5344CB8AC3E}">
        <p14:creationId xmlns:p14="http://schemas.microsoft.com/office/powerpoint/2010/main" val="2854714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a:xfrm>
            <a:off x="756356" y="234539"/>
            <a:ext cx="8235244" cy="590931"/>
          </a:xfrm>
        </p:spPr>
        <p:txBody>
          <a:bodyPr/>
          <a:lstStyle/>
          <a:p>
            <a:r>
              <a:rPr lang="en-US" altLang="en-US" dirty="0"/>
              <a:t>Generalized anxiety disorder (GAD)</a:t>
            </a:r>
          </a:p>
        </p:txBody>
      </p:sp>
      <p:sp>
        <p:nvSpPr>
          <p:cNvPr id="14340" name="Content Placeholder 2"/>
          <p:cNvSpPr>
            <a:spLocks noGrp="1"/>
          </p:cNvSpPr>
          <p:nvPr>
            <p:ph idx="1"/>
          </p:nvPr>
        </p:nvSpPr>
        <p:spPr>
          <a:xfrm>
            <a:off x="457200" y="1195349"/>
            <a:ext cx="8229600" cy="4976851"/>
          </a:xfrm>
        </p:spPr>
        <p:txBody>
          <a:bodyPr/>
          <a:lstStyle/>
          <a:p>
            <a:pPr lvl="1"/>
            <a:r>
              <a:rPr lang="en-US" altLang="en-US" dirty="0"/>
              <a:t>Characterized by chronic, unrealistic, and excessive anxiety and worry</a:t>
            </a:r>
          </a:p>
          <a:p>
            <a:pPr lvl="1"/>
            <a:r>
              <a:rPr lang="en-US" altLang="en-US" dirty="0"/>
              <a:t>Occurs more days than not for </a:t>
            </a:r>
            <a:r>
              <a:rPr lang="en-US" altLang="en-US" dirty="0" err="1"/>
              <a:t>atleast</a:t>
            </a:r>
            <a:r>
              <a:rPr lang="en-US" altLang="en-US" dirty="0"/>
              <a:t> 6 months</a:t>
            </a:r>
          </a:p>
          <a:p>
            <a:pPr lvl="1"/>
            <a:r>
              <a:rPr lang="en-US" altLang="en-US" dirty="0"/>
              <a:t>Associated with </a:t>
            </a:r>
            <a:r>
              <a:rPr lang="en-US" altLang="en-US" dirty="0" err="1"/>
              <a:t>restesslessness</a:t>
            </a:r>
            <a:r>
              <a:rPr lang="en-US" altLang="en-US" dirty="0"/>
              <a:t>, fatigue, difficulty concentrating, </a:t>
            </a:r>
            <a:r>
              <a:rPr lang="en-US" altLang="en-US" dirty="0" err="1"/>
              <a:t>irritatibilty</a:t>
            </a:r>
            <a:r>
              <a:rPr lang="en-US" altLang="en-US" dirty="0"/>
              <a:t>, muscle tension, sleep disturbances</a:t>
            </a:r>
          </a:p>
          <a:p>
            <a:pPr lvl="1"/>
            <a:r>
              <a:rPr lang="en-US" altLang="en-US" dirty="0"/>
              <a:t>Significant impairment to daily life</a:t>
            </a:r>
          </a:p>
          <a:p>
            <a:pPr lvl="1"/>
            <a:r>
              <a:rPr lang="en-US" altLang="en-US" dirty="0"/>
              <a:t>NOT associated with substance use or other medical conditions</a:t>
            </a:r>
          </a:p>
          <a:p>
            <a:pPr marL="623887" lvl="1" indent="0">
              <a:buNone/>
            </a:pPr>
            <a:r>
              <a:rPr lang="en-US" altLang="en-US" dirty="0"/>
              <a:t> </a:t>
            </a:r>
          </a:p>
          <a:p>
            <a:pPr marL="623887" lvl="1" indent="0">
              <a:buNone/>
            </a:pPr>
            <a:endParaRPr lang="en-US" altLang="en-US" dirty="0"/>
          </a:p>
        </p:txBody>
      </p:sp>
    </p:spTree>
    <p:extLst>
      <p:ext uri="{BB962C8B-B14F-4D97-AF65-F5344CB8AC3E}">
        <p14:creationId xmlns:p14="http://schemas.microsoft.com/office/powerpoint/2010/main" val="923392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Phobias</a:t>
            </a:r>
          </a:p>
        </p:txBody>
      </p:sp>
      <p:sp>
        <p:nvSpPr>
          <p:cNvPr id="14340" name="Content Placeholder 2"/>
          <p:cNvSpPr>
            <a:spLocks noGrp="1"/>
          </p:cNvSpPr>
          <p:nvPr>
            <p:ph idx="1"/>
          </p:nvPr>
        </p:nvSpPr>
        <p:spPr>
          <a:xfrm>
            <a:off x="457200" y="1195349"/>
            <a:ext cx="8229600" cy="4976851"/>
          </a:xfrm>
        </p:spPr>
        <p:txBody>
          <a:bodyPr/>
          <a:lstStyle/>
          <a:p>
            <a:r>
              <a:rPr lang="en-US" altLang="en-US" dirty="0"/>
              <a:t>Phobia</a:t>
            </a:r>
          </a:p>
          <a:p>
            <a:pPr lvl="1"/>
            <a:r>
              <a:rPr lang="en-US" altLang="en-US" dirty="0"/>
              <a:t>A persistent, intensely felt, and irrational fear of a specific object, activity, or situation that results in a compelling desire to avoid the feared stimulus </a:t>
            </a:r>
          </a:p>
          <a:p>
            <a:pPr lvl="1"/>
            <a:r>
              <a:rPr lang="en-US" altLang="en-US" dirty="0"/>
              <a:t>Responses typically include intense anxiety or panic attacks</a:t>
            </a:r>
          </a:p>
        </p:txBody>
      </p:sp>
    </p:spTree>
    <p:extLst>
      <p:ext uri="{BB962C8B-B14F-4D97-AF65-F5344CB8AC3E}">
        <p14:creationId xmlns:p14="http://schemas.microsoft.com/office/powerpoint/2010/main" val="3480375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Phobias (continued_1)</a:t>
            </a:r>
          </a:p>
        </p:txBody>
      </p:sp>
      <p:sp>
        <p:nvSpPr>
          <p:cNvPr id="14340" name="Content Placeholder 2"/>
          <p:cNvSpPr>
            <a:spLocks noGrp="1"/>
          </p:cNvSpPr>
          <p:nvPr>
            <p:ph idx="1"/>
          </p:nvPr>
        </p:nvSpPr>
        <p:spPr>
          <a:xfrm>
            <a:off x="457200" y="1195349"/>
            <a:ext cx="8229600" cy="5129251"/>
          </a:xfrm>
        </p:spPr>
        <p:txBody>
          <a:bodyPr/>
          <a:lstStyle/>
          <a:p>
            <a:r>
              <a:rPr lang="en-US" altLang="en-US" dirty="0"/>
              <a:t>Agoraphobia</a:t>
            </a:r>
          </a:p>
          <a:p>
            <a:pPr lvl="1"/>
            <a:r>
              <a:rPr lang="en-US" altLang="en-US" dirty="0"/>
              <a:t>Fear of being in places or situations from which escape might be difficult or in which help might not be available if panic-like symptoms or other incapacitating symptoms</a:t>
            </a:r>
          </a:p>
          <a:p>
            <a:pPr lvl="1"/>
            <a:r>
              <a:rPr lang="en-US" altLang="en-US" dirty="0"/>
              <a:t>Examples</a:t>
            </a:r>
          </a:p>
          <a:p>
            <a:pPr lvl="2"/>
            <a:r>
              <a:rPr lang="en-US" altLang="en-US" dirty="0"/>
              <a:t>Traveling in public transportation</a:t>
            </a:r>
          </a:p>
          <a:p>
            <a:pPr lvl="2"/>
            <a:r>
              <a:rPr lang="en-US" altLang="en-US" dirty="0"/>
              <a:t>Being in open spaces</a:t>
            </a:r>
          </a:p>
          <a:p>
            <a:pPr lvl="2"/>
            <a:r>
              <a:rPr lang="en-US" altLang="en-US" dirty="0"/>
              <a:t>Being in shops, theaters, or cinemas</a:t>
            </a:r>
          </a:p>
          <a:p>
            <a:pPr lvl="2"/>
            <a:r>
              <a:rPr lang="en-US" altLang="en-US" dirty="0"/>
              <a:t>Standing in line or being in a crowd</a:t>
            </a:r>
          </a:p>
          <a:p>
            <a:pPr lvl="2"/>
            <a:r>
              <a:rPr lang="en-US" altLang="en-US" dirty="0"/>
              <a:t>Being outside of the home alone in other situations</a:t>
            </a:r>
          </a:p>
        </p:txBody>
      </p:sp>
    </p:spTree>
    <p:extLst>
      <p:ext uri="{BB962C8B-B14F-4D97-AF65-F5344CB8AC3E}">
        <p14:creationId xmlns:p14="http://schemas.microsoft.com/office/powerpoint/2010/main" val="445226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Phobias (continued_2)</a:t>
            </a:r>
          </a:p>
        </p:txBody>
      </p:sp>
      <p:sp>
        <p:nvSpPr>
          <p:cNvPr id="14340" name="Content Placeholder 2"/>
          <p:cNvSpPr>
            <a:spLocks noGrp="1"/>
          </p:cNvSpPr>
          <p:nvPr>
            <p:ph idx="1"/>
          </p:nvPr>
        </p:nvSpPr>
        <p:spPr>
          <a:xfrm>
            <a:off x="457200" y="1195349"/>
            <a:ext cx="8229600" cy="4976851"/>
          </a:xfrm>
        </p:spPr>
        <p:txBody>
          <a:bodyPr/>
          <a:lstStyle/>
          <a:p>
            <a:r>
              <a:rPr lang="en-US" altLang="en-US" dirty="0"/>
              <a:t>Social anxiety disorder (social phobia)</a:t>
            </a:r>
          </a:p>
          <a:p>
            <a:pPr lvl="1"/>
            <a:r>
              <a:rPr lang="en-US" altLang="en-US" dirty="0"/>
              <a:t>Excessive fear of situations in which the affected person might do something embarrassing or be evaluated negatively by others</a:t>
            </a:r>
          </a:p>
        </p:txBody>
      </p:sp>
    </p:spTree>
    <p:extLst>
      <p:ext uri="{BB962C8B-B14F-4D97-AF65-F5344CB8AC3E}">
        <p14:creationId xmlns:p14="http://schemas.microsoft.com/office/powerpoint/2010/main" val="587477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Phobias (continued_3)</a:t>
            </a:r>
          </a:p>
        </p:txBody>
      </p:sp>
      <p:sp>
        <p:nvSpPr>
          <p:cNvPr id="14340" name="Content Placeholder 2"/>
          <p:cNvSpPr>
            <a:spLocks noGrp="1"/>
          </p:cNvSpPr>
          <p:nvPr>
            <p:ph idx="1"/>
          </p:nvPr>
        </p:nvSpPr>
        <p:spPr>
          <a:xfrm>
            <a:off x="457200" y="1195349"/>
            <a:ext cx="8229600" cy="4976851"/>
          </a:xfrm>
        </p:spPr>
        <p:txBody>
          <a:bodyPr/>
          <a:lstStyle/>
          <a:p>
            <a:r>
              <a:rPr lang="en-US" altLang="en-US" dirty="0"/>
              <a:t>Specific phobia</a:t>
            </a:r>
          </a:p>
          <a:p>
            <a:pPr lvl="1"/>
            <a:r>
              <a:rPr lang="en-US" altLang="en-US" dirty="0"/>
              <a:t>Fear of specific objects or situations that could conceivably cause harm, but the person’s reaction to them is excessive, unreasonable, and inappropriate</a:t>
            </a:r>
          </a:p>
          <a:p>
            <a:pPr lvl="1"/>
            <a:r>
              <a:rPr lang="en-US" altLang="en-US" dirty="0"/>
              <a:t>Exposure to the phobic object produces overwhelming symptoms of panic, including palpitations, sweating, dizziness, and difficulty breathing</a:t>
            </a:r>
          </a:p>
        </p:txBody>
      </p:sp>
    </p:spTree>
    <p:extLst>
      <p:ext uri="{BB962C8B-B14F-4D97-AF65-F5344CB8AC3E}">
        <p14:creationId xmlns:p14="http://schemas.microsoft.com/office/powerpoint/2010/main" val="928935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Anxiety Disorders Attributable to Another Medical Condition</a:t>
            </a:r>
          </a:p>
        </p:txBody>
      </p:sp>
      <p:sp>
        <p:nvSpPr>
          <p:cNvPr id="14340" name="Content Placeholder 2"/>
          <p:cNvSpPr>
            <a:spLocks noGrp="1"/>
          </p:cNvSpPr>
          <p:nvPr>
            <p:ph idx="1"/>
          </p:nvPr>
        </p:nvSpPr>
        <p:spPr>
          <a:xfrm>
            <a:off x="457200" y="1195349"/>
            <a:ext cx="8229600" cy="4976851"/>
          </a:xfrm>
        </p:spPr>
        <p:txBody>
          <a:bodyPr/>
          <a:lstStyle/>
          <a:p>
            <a:r>
              <a:rPr lang="en-US" altLang="en-US" dirty="0"/>
              <a:t>Medical conditions that may produce anxiety symptoms </a:t>
            </a:r>
          </a:p>
          <a:p>
            <a:pPr lvl="1"/>
            <a:r>
              <a:rPr lang="en-US" altLang="en-US" dirty="0"/>
              <a:t>Cardiac</a:t>
            </a:r>
          </a:p>
          <a:p>
            <a:pPr lvl="1"/>
            <a:r>
              <a:rPr lang="en-US" altLang="en-US" dirty="0"/>
              <a:t>Endocrine (Thyroid is a big culprit)</a:t>
            </a:r>
          </a:p>
          <a:p>
            <a:pPr lvl="1"/>
            <a:r>
              <a:rPr lang="en-US" altLang="en-US" dirty="0"/>
              <a:t>Respiratory </a:t>
            </a:r>
          </a:p>
          <a:p>
            <a:pPr lvl="1"/>
            <a:r>
              <a:rPr lang="en-US" altLang="en-US" dirty="0"/>
              <a:t>Neurological</a:t>
            </a:r>
          </a:p>
          <a:p>
            <a:pPr marL="623887" lvl="1" indent="0">
              <a:buNone/>
            </a:pPr>
            <a:endParaRPr lang="en-US" altLang="en-US" dirty="0"/>
          </a:p>
          <a:p>
            <a:pPr marL="623887" lvl="1" indent="0">
              <a:buNone/>
            </a:pPr>
            <a:r>
              <a:rPr lang="en-US" altLang="en-US" dirty="0">
                <a:solidFill>
                  <a:schemeClr val="accent4">
                    <a:lumMod val="60000"/>
                    <a:lumOff val="40000"/>
                  </a:schemeClr>
                </a:solidFill>
              </a:rPr>
              <a:t>Rule out medical condition prior to labeling concerns as psychiatric</a:t>
            </a:r>
          </a:p>
          <a:p>
            <a:pPr marL="623887" lvl="1" indent="0">
              <a:buNone/>
            </a:pPr>
            <a:endParaRPr lang="en-US" altLang="en-US" dirty="0">
              <a:solidFill>
                <a:schemeClr val="accent4">
                  <a:lumMod val="60000"/>
                  <a:lumOff val="40000"/>
                </a:schemeClr>
              </a:solidFill>
            </a:endParaRPr>
          </a:p>
        </p:txBody>
      </p:sp>
    </p:spTree>
    <p:extLst>
      <p:ext uri="{BB962C8B-B14F-4D97-AF65-F5344CB8AC3E}">
        <p14:creationId xmlns:p14="http://schemas.microsoft.com/office/powerpoint/2010/main" val="1799397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Substance-Induced Anxiety Disorder</a:t>
            </a:r>
          </a:p>
        </p:txBody>
      </p:sp>
      <p:sp>
        <p:nvSpPr>
          <p:cNvPr id="14340" name="Content Placeholder 2"/>
          <p:cNvSpPr>
            <a:spLocks noGrp="1"/>
          </p:cNvSpPr>
          <p:nvPr>
            <p:ph idx="1"/>
          </p:nvPr>
        </p:nvSpPr>
        <p:spPr>
          <a:xfrm>
            <a:off x="457200" y="1195349"/>
            <a:ext cx="8229600" cy="5053051"/>
          </a:xfrm>
        </p:spPr>
        <p:txBody>
          <a:bodyPr/>
          <a:lstStyle/>
          <a:p>
            <a:r>
              <a:rPr lang="en-US" altLang="en-US" dirty="0"/>
              <a:t>May be associated with intoxication or withdrawal from any of the following substances</a:t>
            </a:r>
          </a:p>
          <a:p>
            <a:pPr lvl="1"/>
            <a:r>
              <a:rPr lang="en-US" altLang="en-US" dirty="0"/>
              <a:t>Alcohol, sedatives, hypnotics, or anxiolytics</a:t>
            </a:r>
          </a:p>
          <a:p>
            <a:pPr lvl="1"/>
            <a:r>
              <a:rPr lang="en-US" altLang="en-US" dirty="0"/>
              <a:t>Amphetamines or cocaine</a:t>
            </a:r>
          </a:p>
          <a:p>
            <a:pPr lvl="1"/>
            <a:r>
              <a:rPr lang="en-US" altLang="en-US" dirty="0"/>
              <a:t>Hallucinogens</a:t>
            </a:r>
          </a:p>
          <a:p>
            <a:pPr lvl="1"/>
            <a:r>
              <a:rPr lang="en-US" altLang="en-US" dirty="0"/>
              <a:t>Caffeine</a:t>
            </a:r>
          </a:p>
          <a:p>
            <a:pPr lvl="1"/>
            <a:r>
              <a:rPr lang="en-US" altLang="en-US" dirty="0"/>
              <a:t>Cannabis</a:t>
            </a:r>
          </a:p>
          <a:p>
            <a:pPr lvl="1"/>
            <a:r>
              <a:rPr lang="en-US" altLang="en-US" dirty="0"/>
              <a:t>Others</a:t>
            </a:r>
          </a:p>
        </p:txBody>
      </p:sp>
    </p:spTree>
    <p:extLst>
      <p:ext uri="{BB962C8B-B14F-4D97-AF65-F5344CB8AC3E}">
        <p14:creationId xmlns:p14="http://schemas.microsoft.com/office/powerpoint/2010/main" val="243138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Obsessive-Compulsive Disorder</a:t>
            </a:r>
          </a:p>
        </p:txBody>
      </p:sp>
      <p:sp>
        <p:nvSpPr>
          <p:cNvPr id="14340" name="Content Placeholder 2"/>
          <p:cNvSpPr>
            <a:spLocks noGrp="1"/>
          </p:cNvSpPr>
          <p:nvPr>
            <p:ph idx="1"/>
          </p:nvPr>
        </p:nvSpPr>
        <p:spPr>
          <a:xfrm>
            <a:off x="457200" y="1195349"/>
            <a:ext cx="8229600" cy="4976851"/>
          </a:xfrm>
        </p:spPr>
        <p:txBody>
          <a:bodyPr/>
          <a:lstStyle/>
          <a:p>
            <a:r>
              <a:rPr lang="en-US" altLang="en-US" dirty="0"/>
              <a:t>Obsessions  </a:t>
            </a:r>
          </a:p>
          <a:p>
            <a:pPr lvl="1"/>
            <a:r>
              <a:rPr lang="en-US" altLang="en-US" dirty="0"/>
              <a:t>Recurrent thoughts, impulses, or images experienced as intrusive and stressful, and unable to be expunged by logic or reasoning</a:t>
            </a:r>
          </a:p>
          <a:p>
            <a:pPr marL="623887" lvl="1" indent="0">
              <a:buNone/>
            </a:pPr>
            <a:r>
              <a:rPr lang="en-US" altLang="en-US" dirty="0"/>
              <a:t>VS</a:t>
            </a:r>
          </a:p>
          <a:p>
            <a:r>
              <a:rPr lang="en-US" altLang="en-US" dirty="0"/>
              <a:t>Compulsions </a:t>
            </a:r>
          </a:p>
          <a:p>
            <a:pPr lvl="1"/>
            <a:r>
              <a:rPr lang="en-US" altLang="en-US" dirty="0"/>
              <a:t>Repetitive ritualistic behavior or thoughts, the purpose of which is to prevent or reduce distress or to prevent some dreaded event or situation</a:t>
            </a:r>
          </a:p>
          <a:p>
            <a:pPr marL="623887" lvl="1" indent="0">
              <a:buNone/>
            </a:pPr>
            <a:endParaRPr lang="en-US" altLang="en-US" dirty="0"/>
          </a:p>
        </p:txBody>
      </p:sp>
    </p:spTree>
    <p:extLst>
      <p:ext uri="{BB962C8B-B14F-4D97-AF65-F5344CB8AC3E}">
        <p14:creationId xmlns:p14="http://schemas.microsoft.com/office/powerpoint/2010/main" val="3406947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FEDC4-89EE-3584-78EB-91C6B81AE056}"/>
              </a:ext>
            </a:extLst>
          </p:cNvPr>
          <p:cNvSpPr>
            <a:spLocks noGrp="1"/>
          </p:cNvSpPr>
          <p:nvPr>
            <p:ph type="title"/>
          </p:nvPr>
        </p:nvSpPr>
        <p:spPr/>
        <p:txBody>
          <a:bodyPr/>
          <a:lstStyle/>
          <a:p>
            <a:r>
              <a:rPr lang="en-US" dirty="0"/>
              <a:t>Worded a different way..</a:t>
            </a:r>
          </a:p>
        </p:txBody>
      </p:sp>
      <p:sp>
        <p:nvSpPr>
          <p:cNvPr id="3" name="Content Placeholder 2">
            <a:extLst>
              <a:ext uri="{FF2B5EF4-FFF2-40B4-BE49-F238E27FC236}">
                <a16:creationId xmlns:a16="http://schemas.microsoft.com/office/drawing/2014/main" id="{C3AE05AC-8BB9-48AC-0E8C-9F3B7BC192F2}"/>
              </a:ext>
            </a:extLst>
          </p:cNvPr>
          <p:cNvSpPr>
            <a:spLocks noGrp="1"/>
          </p:cNvSpPr>
          <p:nvPr>
            <p:ph idx="1"/>
          </p:nvPr>
        </p:nvSpPr>
        <p:spPr/>
        <p:txBody>
          <a:bodyPr/>
          <a:lstStyle/>
          <a:p>
            <a:r>
              <a:rPr lang="en-US" sz="1800" dirty="0"/>
              <a:t>Obsessions are “unwanted thoughts, images, or urges that the person might find distressing or intrusive,” says </a:t>
            </a:r>
            <a:r>
              <a:rPr lang="en-US" sz="1800" dirty="0">
                <a:hlinkClick r:id="rId2"/>
              </a:rPr>
              <a:t>Jon Hershfield</a:t>
            </a:r>
            <a:r>
              <a:rPr lang="en-US" sz="1800" dirty="0"/>
              <a:t>, the director of the Center for OCD and Anxiety at Sheppard Pratt in Baltimore.</a:t>
            </a:r>
          </a:p>
          <a:p>
            <a:r>
              <a:rPr lang="en-US" sz="1800" dirty="0"/>
              <a:t>On the other hand, “Compulsions are repetitive behaviors (but sometimes repetitive mental acts like excessive counting) that the person feels driven to do in response to an obsession,” says </a:t>
            </a:r>
            <a:r>
              <a:rPr lang="en-US" sz="1800" dirty="0">
                <a:hlinkClick r:id="rId3"/>
              </a:rPr>
              <a:t>Katharine Phillips, MD</a:t>
            </a:r>
            <a:r>
              <a:rPr lang="en-US" sz="1800" dirty="0"/>
              <a:t>, a psychiatrist at Weill Cornell Medicine and </a:t>
            </a:r>
            <a:r>
              <a:rPr lang="en-US" sz="1800" dirty="0" err="1"/>
              <a:t>NewYork</a:t>
            </a:r>
            <a:r>
              <a:rPr lang="en-US" sz="1800" dirty="0"/>
              <a:t>-Presbyterian in New York City. “They aim to reduce distress or anxiety caused by obsessions or prevent a dreaded event (such as harm occurring).”</a:t>
            </a:r>
          </a:p>
          <a:p>
            <a:r>
              <a:rPr lang="en-US" sz="1800" dirty="0"/>
              <a:t>Although these rituals are intended to help a person with OCD feel better, they ultimately do little to stop the unwanted thoughts and anxiety from returning.</a:t>
            </a:r>
          </a:p>
          <a:p>
            <a:pPr marL="346075" indent="0">
              <a:buNone/>
            </a:pPr>
            <a:r>
              <a:rPr lang="en-US" sz="1600" dirty="0">
                <a:hlinkClick r:id="rId4"/>
              </a:rPr>
              <a:t>https://www.everydayhealth.com/anxiety-disorders/experts-common-obessions-and-compulsions.aspx</a:t>
            </a:r>
            <a:endParaRPr lang="en-US" sz="1600" dirty="0"/>
          </a:p>
          <a:p>
            <a:pPr marL="346075" indent="0">
              <a:buNone/>
            </a:pPr>
            <a:r>
              <a:rPr lang="en-US" dirty="0"/>
              <a:t>Examples on next slide</a:t>
            </a:r>
          </a:p>
        </p:txBody>
      </p:sp>
    </p:spTree>
    <p:extLst>
      <p:ext uri="{BB962C8B-B14F-4D97-AF65-F5344CB8AC3E}">
        <p14:creationId xmlns:p14="http://schemas.microsoft.com/office/powerpoint/2010/main" val="1442519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C3A843-BE11-C59F-0BD0-D245E9CFD5BE}"/>
              </a:ext>
            </a:extLst>
          </p:cNvPr>
          <p:cNvSpPr>
            <a:spLocks noGrp="1"/>
          </p:cNvSpPr>
          <p:nvPr>
            <p:ph type="title"/>
          </p:nvPr>
        </p:nvSpPr>
        <p:spPr/>
        <p:txBody>
          <a:bodyPr/>
          <a:lstStyle/>
          <a:p>
            <a:r>
              <a:rPr lang="en-US" dirty="0"/>
              <a:t>Obsessions                       Compulsions</a:t>
            </a:r>
          </a:p>
        </p:txBody>
      </p:sp>
      <p:sp>
        <p:nvSpPr>
          <p:cNvPr id="5" name="Content Placeholder 4">
            <a:extLst>
              <a:ext uri="{FF2B5EF4-FFF2-40B4-BE49-F238E27FC236}">
                <a16:creationId xmlns:a16="http://schemas.microsoft.com/office/drawing/2014/main" id="{1ED96398-C3C6-CFFC-0D66-A1474657A478}"/>
              </a:ext>
            </a:extLst>
          </p:cNvPr>
          <p:cNvSpPr>
            <a:spLocks noGrp="1"/>
          </p:cNvSpPr>
          <p:nvPr>
            <p:ph sz="half" idx="1"/>
          </p:nvPr>
        </p:nvSpPr>
        <p:spPr/>
        <p:txBody>
          <a:bodyPr>
            <a:normAutofit fontScale="70000" lnSpcReduction="20000"/>
          </a:bodyPr>
          <a:lstStyle/>
          <a:p>
            <a:r>
              <a:rPr lang="en-US" dirty="0"/>
              <a:t>Difficulty with uncertainty, which can include persistent and distressing doubts that you turned off the stove or locked the door, for instance</a:t>
            </a:r>
          </a:p>
          <a:p>
            <a:r>
              <a:rPr lang="en-US" dirty="0"/>
              <a:t>Fear that you will lose control and harm yourself or others in ways like driving a car into a crowd of people</a:t>
            </a:r>
          </a:p>
          <a:p>
            <a:r>
              <a:rPr lang="en-US" dirty="0"/>
              <a:t>Fear of contamination or illness from touching objects that others have touched</a:t>
            </a:r>
          </a:p>
          <a:p>
            <a:r>
              <a:rPr lang="en-US" dirty="0"/>
              <a:t>Excessive need for symmetry, order, and perfection</a:t>
            </a:r>
          </a:p>
          <a:p>
            <a:r>
              <a:rPr lang="en-US" dirty="0"/>
              <a:t>Excessive, unwanted thoughts or images related to sex, religion, or aggression toward others</a:t>
            </a:r>
          </a:p>
          <a:p>
            <a:endParaRPr lang="en-US" dirty="0"/>
          </a:p>
        </p:txBody>
      </p:sp>
      <p:sp>
        <p:nvSpPr>
          <p:cNvPr id="6" name="Content Placeholder 5">
            <a:extLst>
              <a:ext uri="{FF2B5EF4-FFF2-40B4-BE49-F238E27FC236}">
                <a16:creationId xmlns:a16="http://schemas.microsoft.com/office/drawing/2014/main" id="{7E849C86-AAA0-8B87-1200-4EB23FC8DA6D}"/>
              </a:ext>
            </a:extLst>
          </p:cNvPr>
          <p:cNvSpPr>
            <a:spLocks noGrp="1"/>
          </p:cNvSpPr>
          <p:nvPr>
            <p:ph sz="half" idx="2"/>
          </p:nvPr>
        </p:nvSpPr>
        <p:spPr/>
        <p:txBody>
          <a:bodyPr>
            <a:normAutofit fontScale="70000" lnSpcReduction="20000"/>
          </a:bodyPr>
          <a:lstStyle/>
          <a:p>
            <a:r>
              <a:rPr lang="en-US" dirty="0"/>
              <a:t>Repeatedly checking that a door is locked or a switch is turned off</a:t>
            </a:r>
          </a:p>
          <a:p>
            <a:r>
              <a:rPr lang="en-US" dirty="0"/>
              <a:t>Counting in certain patterns or precisely performing tasks a certain number of times</a:t>
            </a:r>
          </a:p>
          <a:p>
            <a:r>
              <a:rPr lang="en-US" dirty="0"/>
              <a:t>Precisely ordering or arranging items </a:t>
            </a:r>
          </a:p>
          <a:p>
            <a:r>
              <a:rPr lang="en-US" dirty="0"/>
              <a:t>Repeating words, phrases, or prayers over and over again in your head</a:t>
            </a:r>
          </a:p>
          <a:p>
            <a:r>
              <a:rPr lang="en-US" dirty="0"/>
              <a:t>Attempting to replace a bad thought with a good thought</a:t>
            </a:r>
          </a:p>
          <a:p>
            <a:r>
              <a:rPr lang="en-US" dirty="0"/>
              <a:t>Excessive cleaning or bathing</a:t>
            </a:r>
          </a:p>
          <a:p>
            <a:r>
              <a:rPr lang="en-US" dirty="0"/>
              <a:t>Constant checking and reassurance-seeking that you haven’t harmed someone</a:t>
            </a:r>
          </a:p>
          <a:p>
            <a:endParaRPr lang="en-US" dirty="0"/>
          </a:p>
        </p:txBody>
      </p:sp>
    </p:spTree>
    <p:extLst>
      <p:ext uri="{BB962C8B-B14F-4D97-AF65-F5344CB8AC3E}">
        <p14:creationId xmlns:p14="http://schemas.microsoft.com/office/powerpoint/2010/main" val="2981119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a:xfrm>
            <a:off x="756356" y="-14760"/>
            <a:ext cx="8235244" cy="1089529"/>
          </a:xfrm>
        </p:spPr>
        <p:txBody>
          <a:bodyPr/>
          <a:lstStyle/>
          <a:p>
            <a:r>
              <a:rPr lang="en-US" altLang="en-US" dirty="0"/>
              <a:t>Obsessive-Compulsive Disorder (continued_2)</a:t>
            </a:r>
          </a:p>
        </p:txBody>
      </p:sp>
      <p:sp>
        <p:nvSpPr>
          <p:cNvPr id="14340" name="Content Placeholder 2"/>
          <p:cNvSpPr>
            <a:spLocks noGrp="1"/>
          </p:cNvSpPr>
          <p:nvPr>
            <p:ph idx="1"/>
          </p:nvPr>
        </p:nvSpPr>
        <p:spPr>
          <a:xfrm>
            <a:off x="457200" y="1195349"/>
            <a:ext cx="8534400" cy="5053051"/>
          </a:xfrm>
        </p:spPr>
        <p:txBody>
          <a:bodyPr/>
          <a:lstStyle/>
          <a:p>
            <a:r>
              <a:rPr lang="en-US" altLang="en-US" dirty="0"/>
              <a:t>The manifestations of obsessive-compulsive disorder (OCD) </a:t>
            </a:r>
          </a:p>
          <a:p>
            <a:pPr lvl="1"/>
            <a:r>
              <a:rPr lang="en-US" altLang="en-US" dirty="0"/>
              <a:t>Presence of obsessions, compulsions, or both, the severity of which is </a:t>
            </a:r>
            <a:r>
              <a:rPr lang="en-US" altLang="en-US" dirty="0">
                <a:highlight>
                  <a:srgbClr val="FFFF00"/>
                </a:highlight>
              </a:rPr>
              <a:t>significant enough to cause distress or impairment </a:t>
            </a:r>
            <a:r>
              <a:rPr lang="en-US" altLang="en-US" dirty="0"/>
              <a:t>in social, occupational, or other important areas of functioning </a:t>
            </a:r>
          </a:p>
        </p:txBody>
      </p:sp>
    </p:spTree>
    <p:extLst>
      <p:ext uri="{BB962C8B-B14F-4D97-AF65-F5344CB8AC3E}">
        <p14:creationId xmlns:p14="http://schemas.microsoft.com/office/powerpoint/2010/main" val="3898021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Other Anxiety Disorders</a:t>
            </a:r>
          </a:p>
        </p:txBody>
      </p:sp>
      <p:sp>
        <p:nvSpPr>
          <p:cNvPr id="14340" name="Content Placeholder 2"/>
          <p:cNvSpPr>
            <a:spLocks noGrp="1"/>
          </p:cNvSpPr>
          <p:nvPr>
            <p:ph idx="1"/>
          </p:nvPr>
        </p:nvSpPr>
        <p:spPr>
          <a:xfrm>
            <a:off x="457200" y="1195349"/>
            <a:ext cx="8229600" cy="4976851"/>
          </a:xfrm>
        </p:spPr>
        <p:txBody>
          <a:bodyPr/>
          <a:lstStyle/>
          <a:p>
            <a:r>
              <a:rPr lang="en-US" altLang="en-US" dirty="0"/>
              <a:t>Body Dysmorphic Disorder – exaggerated belief that is body is deformed or defective</a:t>
            </a:r>
          </a:p>
          <a:p>
            <a:r>
              <a:rPr lang="en-US" altLang="en-US" dirty="0"/>
              <a:t>Trichotillomania – hair-pulling disorder</a:t>
            </a:r>
          </a:p>
          <a:p>
            <a:r>
              <a:rPr lang="en-US" altLang="en-US" dirty="0"/>
              <a:t>Hoarding- difficulty discarding possessions</a:t>
            </a:r>
          </a:p>
          <a:p>
            <a:endParaRPr lang="en-US" altLang="en-US" dirty="0"/>
          </a:p>
          <a:p>
            <a:endParaRPr lang="en-US" altLang="en-US" dirty="0"/>
          </a:p>
        </p:txBody>
      </p:sp>
    </p:spTree>
    <p:extLst>
      <p:ext uri="{BB962C8B-B14F-4D97-AF65-F5344CB8AC3E}">
        <p14:creationId xmlns:p14="http://schemas.microsoft.com/office/powerpoint/2010/main" val="3393492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question mark icon.">
            <a:extLst>
              <a:ext uri="{FF2B5EF4-FFF2-40B4-BE49-F238E27FC236}">
                <a16:creationId xmlns:a16="http://schemas.microsoft.com/office/drawing/2014/main" id="{755583CB-FAEE-1B4E-967E-3E23436036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 y="152400"/>
            <a:ext cx="7334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itle 1"/>
          <p:cNvSpPr>
            <a:spLocks noGrp="1"/>
          </p:cNvSpPr>
          <p:nvPr>
            <p:ph type="title"/>
          </p:nvPr>
        </p:nvSpPr>
        <p:spPr/>
        <p:txBody>
          <a:bodyPr/>
          <a:lstStyle/>
          <a:p>
            <a:r>
              <a:rPr lang="en-US" altLang="en-US" dirty="0"/>
              <a:t>Anxiety Disorders: Assessment</a:t>
            </a:r>
          </a:p>
        </p:txBody>
      </p:sp>
      <p:sp>
        <p:nvSpPr>
          <p:cNvPr id="23556" name="Text Placeholder 3"/>
          <p:cNvSpPr>
            <a:spLocks noGrp="1"/>
          </p:cNvSpPr>
          <p:nvPr>
            <p:ph type="body" sz="quarter" idx="10"/>
          </p:nvPr>
        </p:nvSpPr>
        <p:spPr>
          <a:xfrm>
            <a:off x="457200" y="1181100"/>
            <a:ext cx="8686800" cy="2781300"/>
          </a:xfrm>
        </p:spPr>
        <p:txBody>
          <a:bodyPr/>
          <a:lstStyle/>
          <a:p>
            <a:pPr marL="860425" indent="-514350">
              <a:buFont typeface="+mj-lt"/>
              <a:buAutoNum type="arabicPeriod" startAt="2"/>
            </a:pPr>
            <a:r>
              <a:rPr lang="en-US" altLang="en-US" sz="3000" dirty="0"/>
              <a:t>For the last year, a college student continually and unrealistically worries about academic performance and love life performance. The student is irritable and suffers from severe insomnia. This behavior is associated with which diagnosis?</a:t>
            </a:r>
          </a:p>
        </p:txBody>
      </p:sp>
      <p:sp>
        <p:nvSpPr>
          <p:cNvPr id="23555" name="Content Placeholder 2"/>
          <p:cNvSpPr>
            <a:spLocks noGrp="1"/>
          </p:cNvSpPr>
          <p:nvPr>
            <p:ph sz="quarter" idx="11"/>
          </p:nvPr>
        </p:nvSpPr>
        <p:spPr>
          <a:xfrm>
            <a:off x="457200" y="4114800"/>
            <a:ext cx="8534400" cy="2057400"/>
          </a:xfrm>
        </p:spPr>
        <p:txBody>
          <a:bodyPr/>
          <a:lstStyle/>
          <a:p>
            <a:pPr>
              <a:spcBef>
                <a:spcPts val="400"/>
              </a:spcBef>
            </a:pPr>
            <a:r>
              <a:rPr lang="en-US" altLang="en-US" sz="3000" dirty="0"/>
              <a:t>Agoraphobia</a:t>
            </a:r>
          </a:p>
          <a:p>
            <a:pPr>
              <a:spcBef>
                <a:spcPts val="400"/>
              </a:spcBef>
            </a:pPr>
            <a:r>
              <a:rPr lang="en-US" altLang="en-US" sz="3000" dirty="0"/>
              <a:t>GAD</a:t>
            </a:r>
          </a:p>
          <a:p>
            <a:pPr>
              <a:spcBef>
                <a:spcPts val="400"/>
              </a:spcBef>
            </a:pPr>
            <a:r>
              <a:rPr lang="en-US" altLang="en-US" sz="3000" dirty="0"/>
              <a:t>Social phobia disorder</a:t>
            </a:r>
          </a:p>
          <a:p>
            <a:pPr>
              <a:spcBef>
                <a:spcPts val="400"/>
              </a:spcBef>
            </a:pPr>
            <a:r>
              <a:rPr lang="en-US" altLang="en-US" sz="3000" dirty="0"/>
              <a:t>OCD</a:t>
            </a:r>
          </a:p>
        </p:txBody>
      </p:sp>
    </p:spTree>
    <p:extLst>
      <p:ext uri="{BB962C8B-B14F-4D97-AF65-F5344CB8AC3E}">
        <p14:creationId xmlns:p14="http://schemas.microsoft.com/office/powerpoint/2010/main" val="547084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356" y="234539"/>
            <a:ext cx="8235244" cy="590931"/>
          </a:xfrm>
        </p:spPr>
        <p:txBody>
          <a:bodyPr/>
          <a:lstStyle/>
          <a:p>
            <a:r>
              <a:rPr lang="en-US" dirty="0"/>
              <a:t>Anxiety Disorders: Assessment</a:t>
            </a:r>
            <a:r>
              <a:rPr lang="en-US" altLang="en-US" dirty="0"/>
              <a:t> (continued)</a:t>
            </a:r>
            <a:endParaRPr lang="en-US" dirty="0"/>
          </a:p>
        </p:txBody>
      </p:sp>
      <p:sp>
        <p:nvSpPr>
          <p:cNvPr id="24579" name="Text Placeholder 5"/>
          <p:cNvSpPr>
            <a:spLocks noGrp="1"/>
          </p:cNvSpPr>
          <p:nvPr>
            <p:ph type="body" sz="quarter" idx="10"/>
          </p:nvPr>
        </p:nvSpPr>
        <p:spPr>
          <a:xfrm>
            <a:off x="457200" y="1219200"/>
            <a:ext cx="8534400" cy="533400"/>
          </a:xfrm>
        </p:spPr>
        <p:txBody>
          <a:bodyPr/>
          <a:lstStyle/>
          <a:p>
            <a:r>
              <a:rPr altLang="en-US" b="1" dirty="0"/>
              <a:t>Correct Answer: </a:t>
            </a:r>
            <a:r>
              <a:rPr lang="en-US" altLang="en-US" b="1" dirty="0">
                <a:solidFill>
                  <a:schemeClr val="tx2"/>
                </a:solidFill>
              </a:rPr>
              <a:t>B</a:t>
            </a:r>
            <a:endParaRPr altLang="en-US" b="1" dirty="0"/>
          </a:p>
        </p:txBody>
      </p:sp>
      <p:sp>
        <p:nvSpPr>
          <p:cNvPr id="24578" name="Content Placeholder 4"/>
          <p:cNvSpPr>
            <a:spLocks noGrp="1"/>
          </p:cNvSpPr>
          <p:nvPr>
            <p:ph sz="quarter" idx="11"/>
          </p:nvPr>
        </p:nvSpPr>
        <p:spPr>
          <a:xfrm>
            <a:off x="457200" y="1905000"/>
            <a:ext cx="8534400" cy="4343400"/>
          </a:xfrm>
        </p:spPr>
        <p:txBody>
          <a:bodyPr/>
          <a:lstStyle/>
          <a:p>
            <a:pPr marL="623888" indent="-277813">
              <a:buFont typeface="Wingdings" panose="05000000000000000000" pitchFamily="2" charset="2"/>
              <a:buChar char="§"/>
            </a:pPr>
            <a:r>
              <a:rPr lang="en-US" altLang="en-US" dirty="0"/>
              <a:t>GAD may be diagnosed when excessive, unrealistic worry and anxiety become chronic and last for at least 6 months. </a:t>
            </a:r>
          </a:p>
          <a:p>
            <a:pPr marL="623888" indent="-277813">
              <a:buFont typeface="Wingdings" panose="05000000000000000000" pitchFamily="2" charset="2"/>
              <a:buChar char="§"/>
            </a:pPr>
            <a:r>
              <a:rPr lang="en-US" altLang="en-US" dirty="0"/>
              <a:t>The anxiety experienced is generalized rather than specific.</a:t>
            </a:r>
          </a:p>
          <a:p>
            <a:pPr marL="623888" indent="-277813">
              <a:buFont typeface="Wingdings" panose="05000000000000000000" pitchFamily="2" charset="2"/>
              <a:buChar char="§"/>
            </a:pPr>
            <a:r>
              <a:rPr lang="en-US" altLang="en-US" dirty="0"/>
              <a:t>The anxiety is not associated with a specific object as in phobia, or event as in PTSD. </a:t>
            </a:r>
          </a:p>
        </p:txBody>
      </p:sp>
    </p:spTree>
    <p:extLst>
      <p:ext uri="{BB962C8B-B14F-4D97-AF65-F5344CB8AC3E}">
        <p14:creationId xmlns:p14="http://schemas.microsoft.com/office/powerpoint/2010/main" val="687822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Nursing Diagnoses</a:t>
            </a:r>
          </a:p>
        </p:txBody>
      </p:sp>
      <p:sp>
        <p:nvSpPr>
          <p:cNvPr id="14340" name="Content Placeholder 2"/>
          <p:cNvSpPr>
            <a:spLocks noGrp="1"/>
          </p:cNvSpPr>
          <p:nvPr>
            <p:ph idx="1"/>
          </p:nvPr>
        </p:nvSpPr>
        <p:spPr>
          <a:xfrm>
            <a:off x="457200" y="1195349"/>
            <a:ext cx="8229600" cy="5053051"/>
          </a:xfrm>
        </p:spPr>
        <p:txBody>
          <a:bodyPr/>
          <a:lstStyle/>
          <a:p>
            <a:r>
              <a:rPr lang="en-US" altLang="en-US" dirty="0"/>
              <a:t>Assessment scales</a:t>
            </a:r>
          </a:p>
          <a:p>
            <a:r>
              <a:rPr lang="en-US" altLang="en-US" dirty="0"/>
              <a:t>Nursing diagnoses commonly associated with anxiety, OCD, and related disorders</a:t>
            </a:r>
          </a:p>
          <a:p>
            <a:pPr lvl="1"/>
            <a:r>
              <a:rPr lang="en-US" altLang="en-US" dirty="0"/>
              <a:t>Panic anxiety (panic disorder and GAD)</a:t>
            </a:r>
          </a:p>
          <a:p>
            <a:pPr lvl="1"/>
            <a:r>
              <a:rPr lang="en-US" altLang="en-US" dirty="0"/>
              <a:t>Powerlessness (panic disorder and GAD)</a:t>
            </a:r>
          </a:p>
          <a:p>
            <a:pPr lvl="1"/>
            <a:r>
              <a:rPr lang="en-US" altLang="en-US" dirty="0"/>
              <a:t>Fear (phobias)</a:t>
            </a:r>
          </a:p>
          <a:p>
            <a:pPr lvl="1"/>
            <a:r>
              <a:rPr lang="en-US" altLang="en-US" dirty="0"/>
              <a:t>Social isolation (agoraphobia)</a:t>
            </a:r>
          </a:p>
        </p:txBody>
      </p:sp>
    </p:spTree>
    <p:extLst>
      <p:ext uri="{BB962C8B-B14F-4D97-AF65-F5344CB8AC3E}">
        <p14:creationId xmlns:p14="http://schemas.microsoft.com/office/powerpoint/2010/main" val="4256380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Nursing Diagnoses </a:t>
            </a:r>
            <a:r>
              <a:rPr lang="en-US" altLang="en-US"/>
              <a:t>(continued)</a:t>
            </a:r>
            <a:endParaRPr lang="en-US" altLang="en-US" dirty="0"/>
          </a:p>
        </p:txBody>
      </p:sp>
      <p:sp>
        <p:nvSpPr>
          <p:cNvPr id="14340" name="Content Placeholder 2"/>
          <p:cNvSpPr>
            <a:spLocks noGrp="1"/>
          </p:cNvSpPr>
          <p:nvPr>
            <p:ph idx="1"/>
          </p:nvPr>
        </p:nvSpPr>
        <p:spPr>
          <a:xfrm>
            <a:off x="457200" y="1195349"/>
            <a:ext cx="8229600" cy="5053051"/>
          </a:xfrm>
        </p:spPr>
        <p:txBody>
          <a:bodyPr/>
          <a:lstStyle/>
          <a:p>
            <a:r>
              <a:rPr lang="en-US" altLang="en-US" dirty="0"/>
              <a:t>Nursing diagnoses (continued)</a:t>
            </a:r>
          </a:p>
          <a:p>
            <a:pPr lvl="1"/>
            <a:r>
              <a:rPr lang="en-US" altLang="en-US" dirty="0"/>
              <a:t>Ineffective coping (OCD)</a:t>
            </a:r>
          </a:p>
          <a:p>
            <a:pPr lvl="1"/>
            <a:r>
              <a:rPr lang="en-US" altLang="en-US" dirty="0"/>
              <a:t>Ineffective role performance (OCD)</a:t>
            </a:r>
          </a:p>
          <a:p>
            <a:pPr lvl="1"/>
            <a:r>
              <a:rPr lang="en-US" altLang="en-US" dirty="0"/>
              <a:t>Disturbed body image (body </a:t>
            </a:r>
            <a:r>
              <a:rPr lang="en-US" altLang="en-US" dirty="0" err="1"/>
              <a:t>dysmorphic</a:t>
            </a:r>
            <a:r>
              <a:rPr lang="en-US" altLang="en-US" dirty="0"/>
              <a:t> disorder)</a:t>
            </a:r>
          </a:p>
          <a:p>
            <a:pPr lvl="1"/>
            <a:r>
              <a:rPr lang="en-US" altLang="en-US" dirty="0"/>
              <a:t>Ineffective impulse control (hair-pulling disorder)</a:t>
            </a:r>
          </a:p>
        </p:txBody>
      </p:sp>
    </p:spTree>
    <p:extLst>
      <p:ext uri="{BB962C8B-B14F-4D97-AF65-F5344CB8AC3E}">
        <p14:creationId xmlns:p14="http://schemas.microsoft.com/office/powerpoint/2010/main" val="1418960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Examples of Goals for Patients</a:t>
            </a:r>
          </a:p>
        </p:txBody>
      </p:sp>
      <p:sp>
        <p:nvSpPr>
          <p:cNvPr id="14340" name="Content Placeholder 2"/>
          <p:cNvSpPr>
            <a:spLocks noGrp="1"/>
          </p:cNvSpPr>
          <p:nvPr>
            <p:ph idx="1"/>
          </p:nvPr>
        </p:nvSpPr>
        <p:spPr>
          <a:xfrm>
            <a:off x="457200" y="1195349"/>
            <a:ext cx="8229600" cy="5053051"/>
          </a:xfrm>
        </p:spPr>
        <p:txBody>
          <a:bodyPr/>
          <a:lstStyle/>
          <a:p>
            <a:r>
              <a:rPr lang="en-US" altLang="en-US" dirty="0"/>
              <a:t>The patient can:</a:t>
            </a:r>
          </a:p>
          <a:p>
            <a:pPr lvl="1"/>
            <a:r>
              <a:rPr lang="en-US" altLang="en-US" dirty="0"/>
              <a:t>Recognize signs of escalating anxiety and intervene before reaching panic level (panic and GAD)</a:t>
            </a:r>
          </a:p>
          <a:p>
            <a:pPr lvl="1"/>
            <a:r>
              <a:rPr lang="en-US" altLang="en-US" dirty="0"/>
              <a:t>Maintain anxiety at a manageable level and make independent decisions about life situation (panic </a:t>
            </a:r>
            <a:br>
              <a:rPr lang="en-US" altLang="en-US" dirty="0"/>
            </a:br>
            <a:r>
              <a:rPr lang="en-US" altLang="en-US" dirty="0"/>
              <a:t>and GAD)</a:t>
            </a:r>
          </a:p>
        </p:txBody>
      </p:sp>
    </p:spTree>
    <p:extLst>
      <p:ext uri="{BB962C8B-B14F-4D97-AF65-F5344CB8AC3E}">
        <p14:creationId xmlns:p14="http://schemas.microsoft.com/office/powerpoint/2010/main" val="3090035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endParaRPr lang="en-US" altLang="en-US" dirty="0"/>
          </a:p>
        </p:txBody>
      </p:sp>
      <p:sp>
        <p:nvSpPr>
          <p:cNvPr id="14340" name="Content Placeholder 2"/>
          <p:cNvSpPr>
            <a:spLocks noGrp="1"/>
          </p:cNvSpPr>
          <p:nvPr>
            <p:ph idx="1"/>
          </p:nvPr>
        </p:nvSpPr>
        <p:spPr>
          <a:xfrm>
            <a:off x="457200" y="1195349"/>
            <a:ext cx="8229600" cy="4976851"/>
          </a:xfrm>
        </p:spPr>
        <p:txBody>
          <a:bodyPr/>
          <a:lstStyle/>
          <a:p>
            <a:r>
              <a:rPr lang="en-US" altLang="en-US" dirty="0"/>
              <a:t>The patient can:</a:t>
            </a:r>
          </a:p>
          <a:p>
            <a:pPr lvl="1"/>
            <a:r>
              <a:rPr lang="en-US" altLang="en-US" dirty="0"/>
              <a:t>Function adaptively in the presence of the phobic object or situation without experiencing panic anxiety (phobic disorder)</a:t>
            </a:r>
          </a:p>
          <a:p>
            <a:pPr lvl="1"/>
            <a:r>
              <a:rPr lang="en-US" altLang="en-US" dirty="0"/>
              <a:t>Verbalize a plan of action for responding in the presence of the phobic object or situation without developing panic anxiety (phobic disorder)</a:t>
            </a:r>
          </a:p>
        </p:txBody>
      </p:sp>
    </p:spTree>
    <p:extLst>
      <p:ext uri="{BB962C8B-B14F-4D97-AF65-F5344CB8AC3E}">
        <p14:creationId xmlns:p14="http://schemas.microsoft.com/office/powerpoint/2010/main" val="3381060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endParaRPr lang="en-US" altLang="en-US" dirty="0"/>
          </a:p>
        </p:txBody>
      </p:sp>
      <p:sp>
        <p:nvSpPr>
          <p:cNvPr id="14340" name="Content Placeholder 2"/>
          <p:cNvSpPr>
            <a:spLocks noGrp="1"/>
          </p:cNvSpPr>
          <p:nvPr>
            <p:ph idx="1"/>
          </p:nvPr>
        </p:nvSpPr>
        <p:spPr>
          <a:xfrm>
            <a:off x="457200" y="1195349"/>
            <a:ext cx="8229600" cy="5053051"/>
          </a:xfrm>
        </p:spPr>
        <p:txBody>
          <a:bodyPr/>
          <a:lstStyle/>
          <a:p>
            <a:r>
              <a:rPr lang="en-US" altLang="en-US" dirty="0"/>
              <a:t>The patient can:</a:t>
            </a:r>
          </a:p>
          <a:p>
            <a:pPr lvl="1"/>
            <a:r>
              <a:rPr lang="en-US" altLang="en-US" dirty="0"/>
              <a:t>Maintain anxiety at a manageable level without resorting to the use of ritualistic behavior (OCD)</a:t>
            </a:r>
          </a:p>
          <a:p>
            <a:pPr lvl="1"/>
            <a:r>
              <a:rPr lang="en-US" altLang="en-US" dirty="0"/>
              <a:t>Demonstrate more adaptive coping strategies for dealing with anxiety instead of ritualistic behaviors (OCD)</a:t>
            </a:r>
          </a:p>
        </p:txBody>
      </p:sp>
    </p:spTree>
    <p:extLst>
      <p:ext uri="{BB962C8B-B14F-4D97-AF65-F5344CB8AC3E}">
        <p14:creationId xmlns:p14="http://schemas.microsoft.com/office/powerpoint/2010/main" val="3295651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endParaRPr lang="en-US" altLang="en-US" dirty="0"/>
          </a:p>
        </p:txBody>
      </p:sp>
      <p:sp>
        <p:nvSpPr>
          <p:cNvPr id="14340" name="Content Placeholder 2"/>
          <p:cNvSpPr>
            <a:spLocks noGrp="1"/>
          </p:cNvSpPr>
          <p:nvPr>
            <p:ph idx="1"/>
          </p:nvPr>
        </p:nvSpPr>
        <p:spPr>
          <a:xfrm>
            <a:off x="457200" y="1195349"/>
            <a:ext cx="8229600" cy="5053051"/>
          </a:xfrm>
        </p:spPr>
        <p:txBody>
          <a:bodyPr/>
          <a:lstStyle/>
          <a:p>
            <a:r>
              <a:rPr lang="en-US" altLang="en-US" dirty="0"/>
              <a:t>The patient can:</a:t>
            </a:r>
          </a:p>
          <a:p>
            <a:pPr lvl="1"/>
            <a:r>
              <a:rPr lang="en-US" altLang="en-US" dirty="0"/>
              <a:t>Verbalize a realistic perception of his or her appearance and expresses feelings that reflect a positive body image (body </a:t>
            </a:r>
            <a:r>
              <a:rPr lang="en-US" altLang="en-US" dirty="0" err="1"/>
              <a:t>dysmorphic</a:t>
            </a:r>
            <a:r>
              <a:rPr lang="en-US" altLang="en-US" dirty="0"/>
              <a:t> disorder)</a:t>
            </a:r>
          </a:p>
          <a:p>
            <a:pPr lvl="1"/>
            <a:r>
              <a:rPr lang="en-US" altLang="en-US" dirty="0"/>
              <a:t>Verbalize and demonstrate more adaptive strategies for coping with stressful situations (trichotillomania)</a:t>
            </a:r>
          </a:p>
        </p:txBody>
      </p:sp>
    </p:spTree>
    <p:extLst>
      <p:ext uri="{BB962C8B-B14F-4D97-AF65-F5344CB8AC3E}">
        <p14:creationId xmlns:p14="http://schemas.microsoft.com/office/powerpoint/2010/main" val="1220480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endParaRPr lang="en-US" altLang="en-US" dirty="0"/>
          </a:p>
        </p:txBody>
      </p:sp>
      <p:sp>
        <p:nvSpPr>
          <p:cNvPr id="14340" name="Content Placeholder 2"/>
          <p:cNvSpPr>
            <a:spLocks noGrp="1"/>
          </p:cNvSpPr>
          <p:nvPr>
            <p:ph idx="1"/>
          </p:nvPr>
        </p:nvSpPr>
        <p:spPr>
          <a:xfrm>
            <a:off x="457200" y="1195349"/>
            <a:ext cx="8534400" cy="5053051"/>
          </a:xfrm>
        </p:spPr>
        <p:txBody>
          <a:bodyPr/>
          <a:lstStyle/>
          <a:p>
            <a:r>
              <a:rPr lang="en-US" altLang="en-US" dirty="0"/>
              <a:t>Evaluation of the nursing actions for the patient with an anxiety, OCD, or related disorder may be facilitated by asking:</a:t>
            </a:r>
          </a:p>
          <a:p>
            <a:pPr lvl="1"/>
            <a:r>
              <a:rPr lang="en-US" altLang="en-US" dirty="0"/>
              <a:t>Can the patient:</a:t>
            </a:r>
          </a:p>
          <a:p>
            <a:pPr lvl="2">
              <a:lnSpc>
                <a:spcPts val="2700"/>
              </a:lnSpc>
              <a:spcBef>
                <a:spcPts val="500"/>
              </a:spcBef>
            </a:pPr>
            <a:r>
              <a:rPr lang="en-US" altLang="en-US" dirty="0"/>
              <a:t>Recognize signs and symptoms of escalating anxiety?</a:t>
            </a:r>
          </a:p>
          <a:p>
            <a:pPr lvl="2">
              <a:lnSpc>
                <a:spcPts val="2700"/>
              </a:lnSpc>
              <a:spcBef>
                <a:spcPts val="500"/>
              </a:spcBef>
            </a:pPr>
            <a:r>
              <a:rPr lang="en-US" altLang="en-US" dirty="0"/>
              <a:t>Use learned skills to interrupt the escalating anxiety before it reaches the panic level?</a:t>
            </a:r>
          </a:p>
          <a:p>
            <a:pPr lvl="2">
              <a:lnSpc>
                <a:spcPts val="2700"/>
              </a:lnSpc>
              <a:spcBef>
                <a:spcPts val="500"/>
              </a:spcBef>
            </a:pPr>
            <a:r>
              <a:rPr lang="en-US" altLang="en-US" dirty="0"/>
              <a:t>Demonstrate the activities most appropriate for him or her that can be used to maintain anxiety at a manageable level?</a:t>
            </a:r>
          </a:p>
          <a:p>
            <a:pPr lvl="2">
              <a:lnSpc>
                <a:spcPts val="2700"/>
              </a:lnSpc>
              <a:spcBef>
                <a:spcPts val="500"/>
              </a:spcBef>
            </a:pPr>
            <a:r>
              <a:rPr lang="en-US" altLang="en-US" dirty="0"/>
              <a:t>Maintain anxiety at a manageable level without medication?</a:t>
            </a:r>
          </a:p>
        </p:txBody>
      </p:sp>
    </p:spTree>
    <p:extLst>
      <p:ext uri="{BB962C8B-B14F-4D97-AF65-F5344CB8AC3E}">
        <p14:creationId xmlns:p14="http://schemas.microsoft.com/office/powerpoint/2010/main" val="591426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endParaRPr lang="en-US" altLang="en-US" dirty="0"/>
          </a:p>
        </p:txBody>
      </p:sp>
      <p:sp>
        <p:nvSpPr>
          <p:cNvPr id="14340" name="Content Placeholder 2"/>
          <p:cNvSpPr>
            <a:spLocks noGrp="1"/>
          </p:cNvSpPr>
          <p:nvPr>
            <p:ph idx="1"/>
          </p:nvPr>
        </p:nvSpPr>
        <p:spPr>
          <a:xfrm>
            <a:off x="457200" y="1195349"/>
            <a:ext cx="8229600" cy="5053051"/>
          </a:xfrm>
        </p:spPr>
        <p:txBody>
          <a:bodyPr/>
          <a:lstStyle/>
          <a:p>
            <a:r>
              <a:rPr lang="en-US" dirty="0"/>
              <a:t>Evaluation of the nursing actions for the patient with an anxiety, OCD, or related disorder may be facilitated by asking (continued):</a:t>
            </a:r>
          </a:p>
          <a:p>
            <a:pPr lvl="1"/>
            <a:r>
              <a:rPr lang="en-US" altLang="en-US" dirty="0"/>
              <a:t>Can the patient </a:t>
            </a:r>
            <a:r>
              <a:rPr lang="en-US" dirty="0"/>
              <a:t>(continued)</a:t>
            </a:r>
            <a:r>
              <a:rPr lang="en-US" altLang="en-US" dirty="0"/>
              <a:t>:</a:t>
            </a:r>
          </a:p>
          <a:p>
            <a:pPr lvl="2"/>
            <a:r>
              <a:rPr lang="en-US" altLang="en-US" dirty="0"/>
              <a:t>Refrain from performing rituals when anxiety level rises?</a:t>
            </a:r>
          </a:p>
          <a:p>
            <a:pPr lvl="2"/>
            <a:r>
              <a:rPr lang="en-US" altLang="en-US" dirty="0"/>
              <a:t>Demonstrate substitute behaviors to maintain anxiety at a manageable level?</a:t>
            </a:r>
          </a:p>
          <a:p>
            <a:pPr lvl="2"/>
            <a:r>
              <a:rPr lang="en-US" altLang="en-US" dirty="0"/>
              <a:t>Recognize relationship between escalating anxiety and dependence on ritualistic behaviors for relief?</a:t>
            </a:r>
          </a:p>
        </p:txBody>
      </p:sp>
    </p:spTree>
    <p:extLst>
      <p:ext uri="{BB962C8B-B14F-4D97-AF65-F5344CB8AC3E}">
        <p14:creationId xmlns:p14="http://schemas.microsoft.com/office/powerpoint/2010/main" val="2365342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a:xfrm>
            <a:off x="304800" y="152400"/>
            <a:ext cx="8235244" cy="590931"/>
          </a:xfrm>
        </p:spPr>
        <p:txBody>
          <a:bodyPr/>
          <a:lstStyle/>
          <a:p>
            <a:endParaRPr lang="en-US" altLang="en-US" dirty="0"/>
          </a:p>
        </p:txBody>
      </p:sp>
      <p:sp>
        <p:nvSpPr>
          <p:cNvPr id="14340" name="Content Placeholder 2"/>
          <p:cNvSpPr>
            <a:spLocks noGrp="1"/>
          </p:cNvSpPr>
          <p:nvPr>
            <p:ph idx="1"/>
          </p:nvPr>
        </p:nvSpPr>
        <p:spPr>
          <a:xfrm>
            <a:off x="457200" y="1195349"/>
            <a:ext cx="8229600" cy="5053051"/>
          </a:xfrm>
        </p:spPr>
        <p:txBody>
          <a:bodyPr/>
          <a:lstStyle/>
          <a:p>
            <a:r>
              <a:rPr lang="en-US" dirty="0"/>
              <a:t>Evaluation of the nursing actions for the patient with an anxiety, OCD, or related disorder may be facilitated by asking (continued):</a:t>
            </a:r>
          </a:p>
          <a:p>
            <a:pPr lvl="1"/>
            <a:r>
              <a:rPr lang="en-US" altLang="en-US" dirty="0"/>
              <a:t>Can the patient </a:t>
            </a:r>
            <a:r>
              <a:rPr lang="en-US" dirty="0"/>
              <a:t>(continued)</a:t>
            </a:r>
            <a:r>
              <a:rPr lang="en-US" altLang="en-US" dirty="0"/>
              <a:t>:</a:t>
            </a:r>
          </a:p>
          <a:p>
            <a:pPr lvl="2"/>
            <a:r>
              <a:rPr lang="en-US" altLang="en-US" dirty="0"/>
              <a:t>Refrain from hair-pulling (for patients with trichotillomania)?</a:t>
            </a:r>
          </a:p>
          <a:p>
            <a:pPr lvl="2"/>
            <a:r>
              <a:rPr lang="en-US" altLang="en-US" dirty="0"/>
              <a:t>Successfully substitute a more adaptive behavior when urges to pull hair occur (for patients with trichotillomania)?</a:t>
            </a:r>
          </a:p>
        </p:txBody>
      </p:sp>
    </p:spTree>
    <p:extLst>
      <p:ext uri="{BB962C8B-B14F-4D97-AF65-F5344CB8AC3E}">
        <p14:creationId xmlns:p14="http://schemas.microsoft.com/office/powerpoint/2010/main" val="891152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a:t>Treatment Modalities</a:t>
            </a:r>
            <a:endParaRPr lang="en-US" altLang="en-US" dirty="0"/>
          </a:p>
        </p:txBody>
      </p:sp>
      <p:sp>
        <p:nvSpPr>
          <p:cNvPr id="14340" name="Content Placeholder 2"/>
          <p:cNvSpPr>
            <a:spLocks noGrp="1"/>
          </p:cNvSpPr>
          <p:nvPr>
            <p:ph idx="1"/>
          </p:nvPr>
        </p:nvSpPr>
        <p:spPr>
          <a:xfrm>
            <a:off x="457200" y="1195349"/>
            <a:ext cx="8534400" cy="5053051"/>
          </a:xfrm>
        </p:spPr>
        <p:txBody>
          <a:bodyPr/>
          <a:lstStyle/>
          <a:p>
            <a:r>
              <a:rPr lang="en-US" altLang="en-US" dirty="0"/>
              <a:t>Individual psychotherapy</a:t>
            </a:r>
          </a:p>
          <a:p>
            <a:r>
              <a:rPr lang="en-US" altLang="en-US" dirty="0"/>
              <a:t>Cognitive behavior therapy</a:t>
            </a:r>
          </a:p>
          <a:p>
            <a:r>
              <a:rPr lang="en-US" altLang="en-US" dirty="0"/>
              <a:t>Behavior therapy</a:t>
            </a:r>
          </a:p>
          <a:p>
            <a:r>
              <a:rPr lang="en-US" altLang="en-US" dirty="0"/>
              <a:t>Other nonpharmacological treatments</a:t>
            </a:r>
          </a:p>
          <a:p>
            <a:pPr lvl="1"/>
            <a:r>
              <a:rPr lang="en-US" altLang="en-US" dirty="0"/>
              <a:t>Deep breathing exercises, progressive muscle relaxation, imagery, mindfulness meditation, and exercise</a:t>
            </a:r>
          </a:p>
        </p:txBody>
      </p:sp>
    </p:spTree>
    <p:extLst>
      <p:ext uri="{BB962C8B-B14F-4D97-AF65-F5344CB8AC3E}">
        <p14:creationId xmlns:p14="http://schemas.microsoft.com/office/powerpoint/2010/main" val="1076715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Treatment Modalities </a:t>
            </a:r>
          </a:p>
        </p:txBody>
      </p:sp>
      <p:sp>
        <p:nvSpPr>
          <p:cNvPr id="14340" name="Content Placeholder 2"/>
          <p:cNvSpPr>
            <a:spLocks noGrp="1"/>
          </p:cNvSpPr>
          <p:nvPr>
            <p:ph idx="1"/>
          </p:nvPr>
        </p:nvSpPr>
        <p:spPr>
          <a:xfrm>
            <a:off x="457200" y="1195349"/>
            <a:ext cx="8610600" cy="5129251"/>
          </a:xfrm>
        </p:spPr>
        <p:txBody>
          <a:bodyPr/>
          <a:lstStyle/>
          <a:p>
            <a:r>
              <a:rPr lang="en-US" altLang="en-US" dirty="0"/>
              <a:t>Psychopharmacology examples of anti-anxiety agents</a:t>
            </a:r>
          </a:p>
          <a:p>
            <a:pPr lvl="1">
              <a:lnSpc>
                <a:spcPts val="2700"/>
              </a:lnSpc>
              <a:spcBef>
                <a:spcPts val="500"/>
              </a:spcBef>
            </a:pPr>
            <a:r>
              <a:rPr lang="en-US" altLang="en-US" dirty="0"/>
              <a:t>Hydroxyzine (</a:t>
            </a:r>
            <a:r>
              <a:rPr lang="en-US" altLang="en-US" dirty="0" err="1"/>
              <a:t>Vistaril</a:t>
            </a:r>
            <a:r>
              <a:rPr lang="en-US" altLang="en-US" dirty="0"/>
              <a:t>)</a:t>
            </a:r>
          </a:p>
          <a:p>
            <a:pPr lvl="1">
              <a:lnSpc>
                <a:spcPts val="2700"/>
              </a:lnSpc>
              <a:spcBef>
                <a:spcPts val="500"/>
              </a:spcBef>
            </a:pPr>
            <a:r>
              <a:rPr lang="en-US" altLang="en-US" dirty="0"/>
              <a:t>Alprazolam (Xanax)</a:t>
            </a:r>
          </a:p>
          <a:p>
            <a:pPr lvl="1">
              <a:lnSpc>
                <a:spcPts val="2700"/>
              </a:lnSpc>
              <a:spcBef>
                <a:spcPts val="500"/>
              </a:spcBef>
            </a:pPr>
            <a:r>
              <a:rPr lang="en-US" altLang="en-US" dirty="0" err="1"/>
              <a:t>Chlordiazepoxide</a:t>
            </a:r>
            <a:r>
              <a:rPr lang="en-US" altLang="en-US" dirty="0"/>
              <a:t> (Librium)</a:t>
            </a:r>
          </a:p>
          <a:p>
            <a:pPr lvl="1">
              <a:lnSpc>
                <a:spcPts val="2700"/>
              </a:lnSpc>
              <a:spcBef>
                <a:spcPts val="500"/>
              </a:spcBef>
            </a:pPr>
            <a:r>
              <a:rPr lang="en-US" altLang="en-US" dirty="0"/>
              <a:t>Clonazepam (</a:t>
            </a:r>
            <a:r>
              <a:rPr lang="en-US" altLang="en-US" dirty="0" err="1"/>
              <a:t>Klonopin</a:t>
            </a:r>
            <a:r>
              <a:rPr lang="en-US" altLang="en-US" dirty="0"/>
              <a:t>)</a:t>
            </a:r>
          </a:p>
          <a:p>
            <a:pPr lvl="1">
              <a:lnSpc>
                <a:spcPts val="2700"/>
              </a:lnSpc>
              <a:spcBef>
                <a:spcPts val="500"/>
              </a:spcBef>
            </a:pPr>
            <a:r>
              <a:rPr lang="en-US" altLang="en-US" dirty="0" err="1"/>
              <a:t>Clorazepate</a:t>
            </a:r>
            <a:r>
              <a:rPr lang="en-US" altLang="en-US" dirty="0"/>
              <a:t> (</a:t>
            </a:r>
            <a:r>
              <a:rPr lang="en-US" altLang="en-US" dirty="0" err="1"/>
              <a:t>Tranxene</a:t>
            </a:r>
            <a:r>
              <a:rPr lang="en-US" altLang="en-US" dirty="0"/>
              <a:t>)</a:t>
            </a:r>
          </a:p>
          <a:p>
            <a:pPr lvl="1">
              <a:lnSpc>
                <a:spcPts val="2700"/>
              </a:lnSpc>
              <a:spcBef>
                <a:spcPts val="500"/>
              </a:spcBef>
            </a:pPr>
            <a:r>
              <a:rPr lang="en-US" altLang="en-US" dirty="0"/>
              <a:t>Diazepam (Valium)</a:t>
            </a:r>
          </a:p>
          <a:p>
            <a:pPr lvl="1">
              <a:lnSpc>
                <a:spcPts val="2700"/>
              </a:lnSpc>
              <a:spcBef>
                <a:spcPts val="500"/>
              </a:spcBef>
            </a:pPr>
            <a:r>
              <a:rPr lang="en-US" altLang="en-US" dirty="0">
                <a:highlight>
                  <a:srgbClr val="FFFF00"/>
                </a:highlight>
              </a:rPr>
              <a:t>Lorazepam (Ativan)- What class? What are risks?</a:t>
            </a:r>
          </a:p>
          <a:p>
            <a:pPr lvl="1">
              <a:lnSpc>
                <a:spcPts val="2700"/>
              </a:lnSpc>
              <a:spcBef>
                <a:spcPts val="500"/>
              </a:spcBef>
            </a:pPr>
            <a:r>
              <a:rPr lang="en-US" altLang="en-US" dirty="0" err="1"/>
              <a:t>Oxazepam</a:t>
            </a:r>
            <a:endParaRPr lang="en-US" altLang="en-US" dirty="0"/>
          </a:p>
          <a:p>
            <a:pPr lvl="1">
              <a:lnSpc>
                <a:spcPts val="2700"/>
              </a:lnSpc>
              <a:spcBef>
                <a:spcPts val="500"/>
              </a:spcBef>
            </a:pPr>
            <a:r>
              <a:rPr lang="en-US" altLang="en-US" dirty="0" err="1"/>
              <a:t>Meprobamate</a:t>
            </a:r>
            <a:endParaRPr lang="en-US" altLang="en-US" dirty="0"/>
          </a:p>
          <a:p>
            <a:pPr lvl="1">
              <a:lnSpc>
                <a:spcPts val="2700"/>
              </a:lnSpc>
              <a:spcBef>
                <a:spcPts val="500"/>
              </a:spcBef>
            </a:pPr>
            <a:r>
              <a:rPr lang="en-US" altLang="en-US" dirty="0" err="1"/>
              <a:t>Buspirone</a:t>
            </a:r>
            <a:r>
              <a:rPr lang="en-US" altLang="en-US" dirty="0"/>
              <a:t> (</a:t>
            </a:r>
            <a:r>
              <a:rPr lang="en-US" altLang="en-US" dirty="0" err="1"/>
              <a:t>BuSpar</a:t>
            </a:r>
            <a:r>
              <a:rPr lang="en-US" altLang="en-US" dirty="0"/>
              <a:t>)</a:t>
            </a:r>
          </a:p>
        </p:txBody>
      </p:sp>
    </p:spTree>
    <p:extLst>
      <p:ext uri="{BB962C8B-B14F-4D97-AF65-F5344CB8AC3E}">
        <p14:creationId xmlns:p14="http://schemas.microsoft.com/office/powerpoint/2010/main" val="1302641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p:txBody>
          <a:bodyPr/>
          <a:lstStyle/>
          <a:p>
            <a:r>
              <a:rPr lang="en-US" altLang="en-US" dirty="0"/>
              <a:t>Treatment Modalities </a:t>
            </a:r>
          </a:p>
        </p:txBody>
      </p:sp>
      <p:sp>
        <p:nvSpPr>
          <p:cNvPr id="14340" name="Content Placeholder 2"/>
          <p:cNvSpPr>
            <a:spLocks noGrp="1"/>
          </p:cNvSpPr>
          <p:nvPr>
            <p:ph idx="1"/>
          </p:nvPr>
        </p:nvSpPr>
        <p:spPr>
          <a:xfrm>
            <a:off x="457200" y="1195349"/>
            <a:ext cx="8229600" cy="5053051"/>
          </a:xfrm>
        </p:spPr>
        <p:txBody>
          <a:bodyPr/>
          <a:lstStyle/>
          <a:p>
            <a:r>
              <a:rPr lang="en-US" altLang="en-US" dirty="0"/>
              <a:t>Psychopharmacology (continued)</a:t>
            </a:r>
          </a:p>
          <a:p>
            <a:pPr lvl="1"/>
            <a:r>
              <a:rPr lang="en-US" altLang="en-US" dirty="0"/>
              <a:t>Medication for specific disorders</a:t>
            </a:r>
          </a:p>
          <a:p>
            <a:pPr lvl="2"/>
            <a:r>
              <a:rPr lang="en-US" altLang="en-US" dirty="0"/>
              <a:t>Panic and GAD</a:t>
            </a:r>
          </a:p>
          <a:p>
            <a:pPr marL="1512000" lvl="3"/>
            <a:r>
              <a:rPr lang="en-US" altLang="en-US" dirty="0"/>
              <a:t>Anxiolytics</a:t>
            </a:r>
          </a:p>
          <a:p>
            <a:pPr marL="1512000" lvl="3"/>
            <a:r>
              <a:rPr lang="en-US" altLang="en-US" dirty="0">
                <a:highlight>
                  <a:srgbClr val="FFFF00"/>
                </a:highlight>
              </a:rPr>
              <a:t>Antidepressants- SSRIs like Fluoxetine (Prozac)</a:t>
            </a:r>
          </a:p>
          <a:p>
            <a:pPr marL="1512000" lvl="3"/>
            <a:r>
              <a:rPr lang="en-US" altLang="en-US" dirty="0"/>
              <a:t>Antihypertensive agents</a:t>
            </a:r>
          </a:p>
          <a:p>
            <a:pPr lvl="2"/>
            <a:r>
              <a:rPr lang="en-US" altLang="en-US" dirty="0"/>
              <a:t>Phobic disorders</a:t>
            </a:r>
          </a:p>
          <a:p>
            <a:pPr marL="1512000" lvl="3"/>
            <a:r>
              <a:rPr lang="en-US" altLang="en-US" dirty="0"/>
              <a:t>Anxiolytics</a:t>
            </a:r>
          </a:p>
          <a:p>
            <a:pPr marL="1512000" lvl="3"/>
            <a:r>
              <a:rPr lang="en-US" altLang="en-US" dirty="0"/>
              <a:t>Antidepressants</a:t>
            </a:r>
          </a:p>
          <a:p>
            <a:pPr marL="1512000" lvl="3"/>
            <a:r>
              <a:rPr lang="en-US" altLang="en-US" dirty="0"/>
              <a:t>Antihypertensive agents</a:t>
            </a:r>
          </a:p>
        </p:txBody>
      </p:sp>
    </p:spTree>
    <p:extLst>
      <p:ext uri="{BB962C8B-B14F-4D97-AF65-F5344CB8AC3E}">
        <p14:creationId xmlns:p14="http://schemas.microsoft.com/office/powerpoint/2010/main" val="208560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question mark icon.">
            <a:extLst>
              <a:ext uri="{FF2B5EF4-FFF2-40B4-BE49-F238E27FC236}">
                <a16:creationId xmlns:a16="http://schemas.microsoft.com/office/drawing/2014/main" id="{755583CB-FAEE-1B4E-967E-3E23436036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75" y="152400"/>
            <a:ext cx="7334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itle 1"/>
          <p:cNvSpPr>
            <a:spLocks noGrp="1"/>
          </p:cNvSpPr>
          <p:nvPr>
            <p:ph type="title"/>
          </p:nvPr>
        </p:nvSpPr>
        <p:spPr/>
        <p:txBody>
          <a:bodyPr/>
          <a:lstStyle/>
          <a:p>
            <a:r>
              <a:rPr lang="en-US" altLang="en-US" dirty="0"/>
              <a:t>Treatment </a:t>
            </a:r>
            <a:r>
              <a:rPr lang="en-US" altLang="en-US"/>
              <a:t>Modalities </a:t>
            </a:r>
            <a:endParaRPr lang="en-US" altLang="en-US" dirty="0"/>
          </a:p>
        </p:txBody>
      </p:sp>
      <p:sp>
        <p:nvSpPr>
          <p:cNvPr id="23556" name="Text Placeholder 3"/>
          <p:cNvSpPr>
            <a:spLocks noGrp="1"/>
          </p:cNvSpPr>
          <p:nvPr>
            <p:ph type="body" sz="quarter" idx="10"/>
          </p:nvPr>
        </p:nvSpPr>
        <p:spPr>
          <a:xfrm>
            <a:off x="457200" y="1181100"/>
            <a:ext cx="8534400" cy="1409700"/>
          </a:xfrm>
        </p:spPr>
        <p:txBody>
          <a:bodyPr/>
          <a:lstStyle/>
          <a:p>
            <a:pPr marL="860425" indent="-514350">
              <a:buFont typeface="+mj-lt"/>
              <a:buAutoNum type="arabicPeriod" startAt="4"/>
            </a:pPr>
            <a:r>
              <a:rPr lang="en-US" altLang="en-US" sz="3000" dirty="0"/>
              <a:t>What should the nurse plan to teach a patient who is taking alprazolam (Xanax) three times a day?</a:t>
            </a:r>
          </a:p>
        </p:txBody>
      </p:sp>
      <p:sp>
        <p:nvSpPr>
          <p:cNvPr id="23555" name="Content Placeholder 2"/>
          <p:cNvSpPr>
            <a:spLocks noGrp="1"/>
          </p:cNvSpPr>
          <p:nvPr>
            <p:ph sz="quarter" idx="11"/>
          </p:nvPr>
        </p:nvSpPr>
        <p:spPr>
          <a:xfrm>
            <a:off x="457200" y="2743200"/>
            <a:ext cx="8534400" cy="3505200"/>
          </a:xfrm>
        </p:spPr>
        <p:txBody>
          <a:bodyPr/>
          <a:lstStyle/>
          <a:p>
            <a:pPr>
              <a:spcBef>
                <a:spcPts val="600"/>
              </a:spcBef>
            </a:pPr>
            <a:r>
              <a:rPr lang="en-US" altLang="en-US" sz="3000" dirty="0"/>
              <a:t>That there is a potential for dependence and tolerance</a:t>
            </a:r>
          </a:p>
          <a:p>
            <a:pPr>
              <a:spcBef>
                <a:spcPts val="600"/>
              </a:spcBef>
            </a:pPr>
            <a:r>
              <a:rPr lang="en-US" altLang="en-US" sz="3000" dirty="0"/>
              <a:t>The importance of discontinuing Xanax immediately if addiction is suspected</a:t>
            </a:r>
          </a:p>
          <a:p>
            <a:pPr>
              <a:spcBef>
                <a:spcPts val="600"/>
              </a:spcBef>
            </a:pPr>
            <a:r>
              <a:rPr lang="en-US" altLang="en-US" sz="3000" dirty="0"/>
              <a:t>That increased caffeine consumption can enhance the effectiveness of Xanax</a:t>
            </a:r>
          </a:p>
          <a:p>
            <a:pPr>
              <a:spcBef>
                <a:spcPts val="600"/>
              </a:spcBef>
            </a:pPr>
            <a:r>
              <a:rPr lang="en-US" altLang="en-US" sz="3000" dirty="0"/>
              <a:t>That Xanax is not habit forming</a:t>
            </a:r>
          </a:p>
        </p:txBody>
      </p:sp>
    </p:spTree>
    <p:extLst>
      <p:ext uri="{BB962C8B-B14F-4D97-AF65-F5344CB8AC3E}">
        <p14:creationId xmlns:p14="http://schemas.microsoft.com/office/powerpoint/2010/main" val="2253476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Treatment Modalities </a:t>
            </a:r>
            <a:endParaRPr lang="en-US" dirty="0"/>
          </a:p>
        </p:txBody>
      </p:sp>
      <p:sp>
        <p:nvSpPr>
          <p:cNvPr id="24579" name="Text Placeholder 5"/>
          <p:cNvSpPr>
            <a:spLocks noGrp="1"/>
          </p:cNvSpPr>
          <p:nvPr>
            <p:ph type="body" sz="quarter" idx="10"/>
          </p:nvPr>
        </p:nvSpPr>
        <p:spPr>
          <a:xfrm>
            <a:off x="457200" y="1219200"/>
            <a:ext cx="8534400" cy="533400"/>
          </a:xfrm>
        </p:spPr>
        <p:txBody>
          <a:bodyPr/>
          <a:lstStyle/>
          <a:p>
            <a:r>
              <a:rPr altLang="en-US" b="1" dirty="0"/>
              <a:t>Correct Answer: </a:t>
            </a:r>
            <a:r>
              <a:rPr altLang="en-US" b="1" dirty="0">
                <a:solidFill>
                  <a:schemeClr val="tx2"/>
                </a:solidFill>
              </a:rPr>
              <a:t>A</a:t>
            </a:r>
            <a:endParaRPr altLang="en-US" b="1" dirty="0"/>
          </a:p>
        </p:txBody>
      </p:sp>
      <p:sp>
        <p:nvSpPr>
          <p:cNvPr id="24578" name="Content Placeholder 4"/>
          <p:cNvSpPr>
            <a:spLocks noGrp="1"/>
          </p:cNvSpPr>
          <p:nvPr>
            <p:ph sz="quarter" idx="11"/>
          </p:nvPr>
        </p:nvSpPr>
        <p:spPr>
          <a:xfrm>
            <a:off x="457200" y="2057400"/>
            <a:ext cx="8458200" cy="4038600"/>
          </a:xfrm>
        </p:spPr>
        <p:txBody>
          <a:bodyPr/>
          <a:lstStyle/>
          <a:p>
            <a:pPr marL="623888" indent="-277813">
              <a:buFont typeface="Wingdings" panose="05000000000000000000" pitchFamily="2" charset="2"/>
              <a:buChar char="§"/>
            </a:pPr>
            <a:r>
              <a:rPr lang="en-US" dirty="0"/>
              <a:t>Xanax is a benzodiazepine and has addictive properties. </a:t>
            </a:r>
          </a:p>
          <a:p>
            <a:pPr marL="623888" indent="-277813">
              <a:buFont typeface="Wingdings" panose="05000000000000000000" pitchFamily="2" charset="2"/>
              <a:buChar char="§"/>
            </a:pPr>
            <a:r>
              <a:rPr lang="en-US" dirty="0"/>
              <a:t>It is the responsibility of the nurse to teach the patient about dependence, tolerance, and other signs and symptoms of addiction.</a:t>
            </a:r>
          </a:p>
        </p:txBody>
      </p:sp>
    </p:spTree>
    <p:extLst>
      <p:ext uri="{BB962C8B-B14F-4D97-AF65-F5344CB8AC3E}">
        <p14:creationId xmlns:p14="http://schemas.microsoft.com/office/powerpoint/2010/main" val="2678059438"/>
      </p:ext>
    </p:extLst>
  </p:cSld>
  <p:clrMapOvr>
    <a:masterClrMapping/>
  </p:clrMapOvr>
</p:sld>
</file>

<file path=ppt/theme/theme1.xml><?xml version="1.0" encoding="utf-8"?>
<a:theme xmlns:a="http://schemas.openxmlformats.org/drawingml/2006/main" name="FAD_Nursing_Template_Sample">
  <a:themeElements>
    <a:clrScheme name="FAD Nursing">
      <a:dk1>
        <a:srgbClr val="737373"/>
      </a:dk1>
      <a:lt1>
        <a:sysClr val="window" lastClr="FFFFFF"/>
      </a:lt1>
      <a:dk2>
        <a:srgbClr val="28805C"/>
      </a:dk2>
      <a:lt2>
        <a:srgbClr val="FFFFFF"/>
      </a:lt2>
      <a:accent1>
        <a:srgbClr val="28805C"/>
      </a:accent1>
      <a:accent2>
        <a:srgbClr val="737373"/>
      </a:accent2>
      <a:accent3>
        <a:srgbClr val="D99C21"/>
      </a:accent3>
      <a:accent4>
        <a:srgbClr val="C00000"/>
      </a:accent4>
      <a:accent5>
        <a:srgbClr val="BFBFBF"/>
      </a:accent5>
      <a:accent6>
        <a:srgbClr val="C2ECDB"/>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8" id="{91B66E46-3F3C-49C2-9025-2800839DEA96}" vid="{348BD038-7B76-4A48-9886-575F33252E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074F316A9D19642AFB347C36D63796C" ma:contentTypeVersion="5" ma:contentTypeDescription="Create a new document." ma:contentTypeScope="" ma:versionID="cad381adda5b2ce407c58584fcfb8d10">
  <xsd:schema xmlns:xsd="http://www.w3.org/2001/XMLSchema" xmlns:xs="http://www.w3.org/2001/XMLSchema" xmlns:p="http://schemas.microsoft.com/office/2006/metadata/properties" xmlns:ns2="71d46e88-8733-4645-9284-85cf006978cc" xmlns:ns3="88135b7f-3fab-49b6-8009-71309f2107a8" targetNamespace="http://schemas.microsoft.com/office/2006/metadata/properties" ma:root="true" ma:fieldsID="8417b20f22cd2cb04f08b6ff97a2b690" ns2:_="" ns3:_="">
    <xsd:import namespace="71d46e88-8733-4645-9284-85cf006978cc"/>
    <xsd:import namespace="88135b7f-3fab-49b6-8009-71309f2107a8"/>
    <xsd:element name="properties">
      <xsd:complexType>
        <xsd:sequence>
          <xsd:element name="documentManagement">
            <xsd:complexType>
              <xsd:all>
                <xsd:element ref="ns2:_dlc_DocId" minOccurs="0"/>
                <xsd:element ref="ns2:_dlc_DocIdUrl" minOccurs="0"/>
                <xsd:element ref="ns2:_dlc_DocIdPersistId" minOccurs="0"/>
                <xsd:element ref="ns3:Category" minOccurs="0"/>
                <xsd:element ref="ns3:Sub_x002d_Category" minOccurs="0"/>
                <xsd:element ref="ns3:SortOrder" minOccurs="0"/>
                <xsd:element ref="ns3:v7hm" minOccurs="0"/>
                <xsd:element ref="ns3:Tertiary_x0020_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d46e88-8733-4645-9284-85cf006978c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8135b7f-3fab-49b6-8009-71309f2107a8" elementFormDefault="qualified">
    <xsd:import namespace="http://schemas.microsoft.com/office/2006/documentManagement/types"/>
    <xsd:import namespace="http://schemas.microsoft.com/office/infopath/2007/PartnerControls"/>
    <xsd:element name="Category" ma:index="11" nillable="true" ma:displayName="Category" ma:format="Dropdown" ma:internalName="Category">
      <xsd:simpleType>
        <xsd:union memberTypes="dms:Text">
          <xsd:simpleType>
            <xsd:restriction base="dms:Choice">
              <xsd:enumeration value="Additional Images"/>
              <xsd:enumeration value="DavisAdvantage"/>
              <xsd:enumeration value="DavisEdge"/>
              <xsd:enumeration value="DavisForward - internal use only"/>
              <xsd:enumeration value="DavisPlus"/>
              <xsd:enumeration value="Dental Care Decisions"/>
              <xsd:enumeration value="Dosage Calc"/>
              <xsd:enumeration value="F.A. Davis"/>
              <xsd:enumeration value="Fitness Decisions"/>
              <xsd:enumeration value="Kines in Action"/>
              <xsd:enumeration value="Medical Coding Lab"/>
              <xsd:enumeration value="Medical Language Lab"/>
              <xsd:enumeration value="Tabers"/>
            </xsd:restriction>
          </xsd:simpleType>
        </xsd:union>
      </xsd:simpleType>
    </xsd:element>
    <xsd:element name="Sub_x002d_Category" ma:index="12" nillable="true" ma:displayName="Sub-Category" ma:format="Dropdown" ma:internalName="Sub_x002d_Category">
      <xsd:simpleType>
        <xsd:union memberTypes="dms:Text">
          <xsd:simpleType>
            <xsd:restriction base="dms:Choice">
              <xsd:enumeration value="Branding Guide (attachment)"/>
              <xsd:enumeration value="DA Logos"/>
              <xsd:enumeration value="DA Powerpoint Presentation"/>
              <xsd:enumeration value="DC Logo"/>
              <xsd:enumeration value="DC Powerpoint Presentation"/>
              <xsd:enumeration value="DCD Logo"/>
              <xsd:enumeration value="DCD Powerpoint Presentation"/>
              <xsd:enumeration value="DE Logos"/>
              <xsd:enumeration value="DE Powerpoint Presentation"/>
              <xsd:enumeration value="DF Logo"/>
              <xsd:enumeration value="DF Powerpoint Presentation"/>
              <xsd:enumeration value="DP Homepage image"/>
              <xsd:enumeration value="DP Logo"/>
              <xsd:enumeration value="Electronic Devices"/>
              <xsd:enumeration value="FAD Digital Logos"/>
              <xsd:enumeration value="FAD Powerpiont Presentations"/>
              <xsd:enumeration value="FAD Print Logos"/>
              <xsd:enumeration value="FD Logo"/>
              <xsd:enumeration value="FD Powerpoint Presentation"/>
              <xsd:enumeration value="KIA Logo"/>
              <xsd:enumeration value="KIA Powerpoint Presentation"/>
              <xsd:enumeration value="MCL Logo"/>
              <xsd:enumeration value="MCL Powerpoint Presentation"/>
              <xsd:enumeration value="MLL 2.0 Logo"/>
              <xsd:enumeration value="MLL Logo"/>
              <xsd:enumeration value="MLL Powerpoint Presentation"/>
              <xsd:enumeration value="MTC Logo"/>
              <xsd:enumeration value="Taber’s 22"/>
              <xsd:enumeration value="Taber’s 22 with tagline"/>
              <xsd:enumeration value="Tabers Logo"/>
              <xsd:enumeration value="Tabers.com Homepage screen"/>
              <xsd:enumeration value="Useful Images"/>
            </xsd:restriction>
          </xsd:simpleType>
        </xsd:union>
      </xsd:simpleType>
    </xsd:element>
    <xsd:element name="SortOrder" ma:index="13" nillable="true" ma:displayName="SortOrder" ma:internalName="SortOrder">
      <xsd:simpleType>
        <xsd:restriction base="dms:Number"/>
      </xsd:simpleType>
    </xsd:element>
    <xsd:element name="v7hm" ma:index="14" nillable="true" ma:displayName="Tert" ma:internalName="v7hm">
      <xsd:simpleType>
        <xsd:restriction base="dms:Number"/>
      </xsd:simpleType>
    </xsd:element>
    <xsd:element name="Tertiary_x0020_Category" ma:index="15" nillable="true" ma:displayName="Tertiary Category" ma:internalName="Tertiary_x0020_Category">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Category xmlns="88135b7f-3fab-49b6-8009-71309f2107a8">F.A. Davis</Category>
    <v7hm xmlns="88135b7f-3fab-49b6-8009-71309f2107a8" xsi:nil="true"/>
    <Tertiary_x0020_Category xmlns="88135b7f-3fab-49b6-8009-71309f2107a8" xsi:nil="true"/>
    <Sub_x002d_Category xmlns="88135b7f-3fab-49b6-8009-71309f2107a8">FAD PowerPoint Presentations</Sub_x002d_Category>
    <SortOrder xmlns="88135b7f-3fab-49b6-8009-71309f2107a8" xsi:nil="true"/>
  </documentManagement>
</p:properties>
</file>

<file path=customXml/itemProps1.xml><?xml version="1.0" encoding="utf-8"?>
<ds:datastoreItem xmlns:ds="http://schemas.openxmlformats.org/officeDocument/2006/customXml" ds:itemID="{DE28C97C-1C07-4631-B50A-E80D18B785BB}">
  <ds:schemaRefs>
    <ds:schemaRef ds:uri="http://schemas.microsoft.com/sharepoint/events"/>
  </ds:schemaRefs>
</ds:datastoreItem>
</file>

<file path=customXml/itemProps2.xml><?xml version="1.0" encoding="utf-8"?>
<ds:datastoreItem xmlns:ds="http://schemas.openxmlformats.org/officeDocument/2006/customXml" ds:itemID="{523EB0E3-5915-4E57-8F39-28F926E76D4B}">
  <ds:schemaRefs>
    <ds:schemaRef ds:uri="http://schemas.microsoft.com/sharepoint/v3/contenttype/forms"/>
  </ds:schemaRefs>
</ds:datastoreItem>
</file>

<file path=customXml/itemProps3.xml><?xml version="1.0" encoding="utf-8"?>
<ds:datastoreItem xmlns:ds="http://schemas.openxmlformats.org/officeDocument/2006/customXml" ds:itemID="{B8860857-213E-449D-9D68-31992611CF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d46e88-8733-4645-9284-85cf006978cc"/>
    <ds:schemaRef ds:uri="88135b7f-3fab-49b6-8009-71309f2107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CC939C3-7EE7-4FC7-818E-985D0213E860}">
  <ds:schemaRefs>
    <ds:schemaRef ds:uri="http://schemas.microsoft.com/office/2006/documentManagement/types"/>
    <ds:schemaRef ds:uri="http://purl.org/dc/elements/1.1/"/>
    <ds:schemaRef ds:uri="http://www.w3.org/XML/1998/namespace"/>
    <ds:schemaRef ds:uri="http://schemas.openxmlformats.org/package/2006/metadata/core-properties"/>
    <ds:schemaRef ds:uri="http://purl.org/dc/terms/"/>
    <ds:schemaRef ds:uri="http://schemas.microsoft.com/office/2006/metadata/properties"/>
    <ds:schemaRef ds:uri="71d46e88-8733-4645-9284-85cf006978cc"/>
    <ds:schemaRef ds:uri="http://schemas.microsoft.com/office/infopath/2007/PartnerControls"/>
    <ds:schemaRef ds:uri="88135b7f-3fab-49b6-8009-71309f2107a8"/>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FAD_Nursing_Template_Sample</Template>
  <TotalTime>587</TotalTime>
  <Words>5116</Words>
  <Application>Microsoft Macintosh PowerPoint</Application>
  <PresentationFormat>On-screen Show (4:3)</PresentationFormat>
  <Paragraphs>345</Paragraphs>
  <Slides>37</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Wingdings</vt:lpstr>
      <vt:lpstr>FAD_Nursing_Template_Sample</vt:lpstr>
      <vt:lpstr>Davis Advantage for Psychiatric Mental Health Nursing, Tenth Edition.</vt:lpstr>
      <vt:lpstr>Anxiety Disorders</vt:lpstr>
      <vt:lpstr>Epidemiological Statistics</vt:lpstr>
      <vt:lpstr>How Much Is Too Much?</vt:lpstr>
      <vt:lpstr>Application of Nursing Process</vt:lpstr>
      <vt:lpstr>PANIC!</vt:lpstr>
      <vt:lpstr>Panic Disorder</vt:lpstr>
      <vt:lpstr>PowerPoint Presentation</vt:lpstr>
      <vt:lpstr>PowerPoint Presentation</vt:lpstr>
      <vt:lpstr>Generalized anxiety disorder (GAD)</vt:lpstr>
      <vt:lpstr>Phobias</vt:lpstr>
      <vt:lpstr>Phobias (continued_1)</vt:lpstr>
      <vt:lpstr>Phobias (continued_2)</vt:lpstr>
      <vt:lpstr>Phobias (continued_3)</vt:lpstr>
      <vt:lpstr>Anxiety Disorders Attributable to Another Medical Condition</vt:lpstr>
      <vt:lpstr>Substance-Induced Anxiety Disorder</vt:lpstr>
      <vt:lpstr>Obsessive-Compulsive Disorder</vt:lpstr>
      <vt:lpstr>Worded a different way..</vt:lpstr>
      <vt:lpstr>Obsessions                       Compulsions</vt:lpstr>
      <vt:lpstr>Obsessive-Compulsive Disorder (continued_2)</vt:lpstr>
      <vt:lpstr>Other Anxiety Disorders</vt:lpstr>
      <vt:lpstr>Anxiety Disorders: Assessment</vt:lpstr>
      <vt:lpstr>Anxiety Disorders: Assessment (continued)</vt:lpstr>
      <vt:lpstr>Nursing Diagnoses</vt:lpstr>
      <vt:lpstr>Nursing Diagnoses (continued)</vt:lpstr>
      <vt:lpstr>Examples of Goals for Patients</vt:lpstr>
      <vt:lpstr>PowerPoint Presentation</vt:lpstr>
      <vt:lpstr>PowerPoint Presentation</vt:lpstr>
      <vt:lpstr>PowerPoint Presentation</vt:lpstr>
      <vt:lpstr>PowerPoint Presentation</vt:lpstr>
      <vt:lpstr>PowerPoint Presentation</vt:lpstr>
      <vt:lpstr>PowerPoint Presentation</vt:lpstr>
      <vt:lpstr>Treatment Modalities</vt:lpstr>
      <vt:lpstr>Treatment Modalities </vt:lpstr>
      <vt:lpstr>Treatment Modalities </vt:lpstr>
      <vt:lpstr>Treatment Modalities </vt:lpstr>
      <vt:lpstr>Treatment Modalities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27:  Anxiety, Obsessive-Compulsive and Related Disorders</dc:title>
  <dc:creator>Morgan and Townsend</dc:creator>
  <cp:lastModifiedBy>Timperley, Taylor</cp:lastModifiedBy>
  <cp:revision>356</cp:revision>
  <dcterms:created xsi:type="dcterms:W3CDTF">2020-02-13T08:47:30Z</dcterms:created>
  <dcterms:modified xsi:type="dcterms:W3CDTF">2025-11-10T23:35:57Z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0x010100D074F316A9D19642AFB347C36D63796C</vt:lpwstr>
  </property>
  <property fmtid="{D5CDD505-2E9C-101B-9397-08002B2CF9AE}" pid="3" name="_dlc_DocIdItemGuid">
    <vt:lpwstr>647463b2-28f5-46c6-8d1e-a6b9b2370ab9</vt:lpwstr>
  </property>
  <property fmtid="{D5CDD505-2E9C-101B-9397-08002B2CF9AE}" pid="4" name="Category">
    <vt:lpwstr>.F.A. Davis</vt:lpwstr>
  </property>
  <property fmtid="{D5CDD505-2E9C-101B-9397-08002B2CF9AE}" pid="5" name="v7hm">
    <vt:lpwstr/>
  </property>
  <property fmtid="{D5CDD505-2E9C-101B-9397-08002B2CF9AE}" pid="6" name="Sub-Category">
    <vt:lpwstr>FAD Powerpiont Presentations</vt:lpwstr>
  </property>
  <property fmtid="{D5CDD505-2E9C-101B-9397-08002B2CF9AE}" pid="7" name="SortOrder">
    <vt:lpwstr/>
  </property>
  <property fmtid="{D5CDD505-2E9C-101B-9397-08002B2CF9AE}" pid="8" name="_dlc_DocId">
    <vt:lpwstr>HESUHV4WET5P-708-25</vt:lpwstr>
  </property>
  <property fmtid="{D5CDD505-2E9C-101B-9397-08002B2CF9AE}" pid="9" name="_dlc_DocIdUrl">
    <vt:lpwstr>http://portal.fadavis.com/marketing/_layouts/15/DocIdRedir.aspx?ID=HESUHV4WET5P-708-25, HESUHV4WET5P-708-25</vt:lpwstr>
  </property>
  <property fmtid="{D5CDD505-2E9C-101B-9397-08002B2CF9AE}" pid="10" name="Tertiary Category">
    <vt:lpwstr/>
  </property>
</Properties>
</file>